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3" r:id="rId3"/>
    <p:sldId id="259" r:id="rId4"/>
    <p:sldId id="264" r:id="rId5"/>
    <p:sldId id="265" r:id="rId6"/>
    <p:sldId id="266" r:id="rId7"/>
    <p:sldId id="267" r:id="rId8"/>
    <p:sldId id="268" r:id="rId9"/>
    <p:sldId id="269" r:id="rId10"/>
    <p:sldId id="262" r:id="rId11"/>
    <p:sldId id="2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24FC0-A40D-40BB-9525-D493F1B15620}" v="11" dt="2026-01-16T18:07:37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esa McGarry" userId="8421fe9734d2ab63" providerId="LiveId" clId="{671C1C00-6090-4ECF-A5E1-F184CA4224DA}"/>
    <pc:docChg chg="custSel addSld delSld modSld">
      <pc:chgData name="Teresa McGarry" userId="8421fe9734d2ab63" providerId="LiveId" clId="{671C1C00-6090-4ECF-A5E1-F184CA4224DA}" dt="2026-01-16T18:13:41.348" v="349" actId="20577"/>
      <pc:docMkLst>
        <pc:docMk/>
      </pc:docMkLst>
      <pc:sldChg chg="modSp mod">
        <pc:chgData name="Teresa McGarry" userId="8421fe9734d2ab63" providerId="LiveId" clId="{671C1C00-6090-4ECF-A5E1-F184CA4224DA}" dt="2026-01-16T18:06:53.995" v="78" actId="20577"/>
        <pc:sldMkLst>
          <pc:docMk/>
          <pc:sldMk cId="1123576693" sldId="256"/>
        </pc:sldMkLst>
        <pc:spChg chg="mod">
          <ac:chgData name="Teresa McGarry" userId="8421fe9734d2ab63" providerId="LiveId" clId="{671C1C00-6090-4ECF-A5E1-F184CA4224DA}" dt="2026-01-16T18:06:40.395" v="69" actId="20577"/>
          <ac:spMkLst>
            <pc:docMk/>
            <pc:sldMk cId="1123576693" sldId="256"/>
            <ac:spMk id="2" creationId="{7D83E142-6541-04E0-5A3B-5F95958E05B2}"/>
          </ac:spMkLst>
        </pc:spChg>
        <pc:spChg chg="mod">
          <ac:chgData name="Teresa McGarry" userId="8421fe9734d2ab63" providerId="LiveId" clId="{671C1C00-6090-4ECF-A5E1-F184CA4224DA}" dt="2026-01-16T18:06:53.995" v="78" actId="20577"/>
          <ac:spMkLst>
            <pc:docMk/>
            <pc:sldMk cId="1123576693" sldId="256"/>
            <ac:spMk id="3" creationId="{F3BE33FC-60B8-43A7-6CE4-D3636B516E6B}"/>
          </ac:spMkLst>
        </pc:spChg>
        <pc:picChg chg="mod">
          <ac:chgData name="Teresa McGarry" userId="8421fe9734d2ab63" providerId="LiveId" clId="{671C1C00-6090-4ECF-A5E1-F184CA4224DA}" dt="2026-01-16T18:06:15.525" v="47" actId="14826"/>
          <ac:picMkLst>
            <pc:docMk/>
            <pc:sldMk cId="1123576693" sldId="256"/>
            <ac:picMk id="46" creationId="{FECB6F1F-50EE-05C4-D13C-1D6B864778EC}"/>
          </ac:picMkLst>
        </pc:picChg>
      </pc:sldChg>
      <pc:sldChg chg="addSp delSp modSp del">
        <pc:chgData name="Teresa McGarry" userId="8421fe9734d2ab63" providerId="LiveId" clId="{671C1C00-6090-4ECF-A5E1-F184CA4224DA}" dt="2026-01-16T18:11:29.673" v="273" actId="47"/>
        <pc:sldMkLst>
          <pc:docMk/>
          <pc:sldMk cId="432066333" sldId="257"/>
        </pc:sldMkLst>
        <pc:spChg chg="del">
          <ac:chgData name="Teresa McGarry" userId="8421fe9734d2ab63" providerId="LiveId" clId="{671C1C00-6090-4ECF-A5E1-F184CA4224DA}" dt="2026-01-16T09:23:41.428" v="0" actId="931"/>
          <ac:spMkLst>
            <pc:docMk/>
            <pc:sldMk cId="432066333" sldId="257"/>
            <ac:spMk id="4" creationId="{416CA985-24D0-0817-2114-BD39B701B9E3}"/>
          </ac:spMkLst>
        </pc:spChg>
        <pc:picChg chg="add mod">
          <ac:chgData name="Teresa McGarry" userId="8421fe9734d2ab63" providerId="LiveId" clId="{671C1C00-6090-4ECF-A5E1-F184CA4224DA}" dt="2026-01-16T09:23:41.428" v="0" actId="931"/>
          <ac:picMkLst>
            <pc:docMk/>
            <pc:sldMk cId="432066333" sldId="257"/>
            <ac:picMk id="8" creationId="{718202DD-CDFC-2395-035B-39ECF0BD9497}"/>
          </ac:picMkLst>
        </pc:picChg>
      </pc:sldChg>
      <pc:sldChg chg="modSp mod">
        <pc:chgData name="Teresa McGarry" userId="8421fe9734d2ab63" providerId="LiveId" clId="{671C1C00-6090-4ECF-A5E1-F184CA4224DA}" dt="2026-01-16T18:09:37.517" v="241" actId="20577"/>
        <pc:sldMkLst>
          <pc:docMk/>
          <pc:sldMk cId="1979474256" sldId="259"/>
        </pc:sldMkLst>
        <pc:spChg chg="mod">
          <ac:chgData name="Teresa McGarry" userId="8421fe9734d2ab63" providerId="LiveId" clId="{671C1C00-6090-4ECF-A5E1-F184CA4224DA}" dt="2026-01-16T18:09:20.627" v="219" actId="6549"/>
          <ac:spMkLst>
            <pc:docMk/>
            <pc:sldMk cId="1979474256" sldId="259"/>
            <ac:spMk id="2" creationId="{50FFFCD2-2A09-448E-2EFF-C8B08A10FFE0}"/>
          </ac:spMkLst>
        </pc:spChg>
        <pc:spChg chg="mod">
          <ac:chgData name="Teresa McGarry" userId="8421fe9734d2ab63" providerId="LiveId" clId="{671C1C00-6090-4ECF-A5E1-F184CA4224DA}" dt="2026-01-16T18:09:33.852" v="231" actId="20577"/>
          <ac:spMkLst>
            <pc:docMk/>
            <pc:sldMk cId="1979474256" sldId="259"/>
            <ac:spMk id="3" creationId="{0C6B7183-D43A-A5D5-E1A6-5DFB8F15A74E}"/>
          </ac:spMkLst>
        </pc:spChg>
        <pc:spChg chg="mod">
          <ac:chgData name="Teresa McGarry" userId="8421fe9734d2ab63" providerId="LiveId" clId="{671C1C00-6090-4ECF-A5E1-F184CA4224DA}" dt="2026-01-16T18:09:37.517" v="241" actId="20577"/>
          <ac:spMkLst>
            <pc:docMk/>
            <pc:sldMk cId="1979474256" sldId="259"/>
            <ac:spMk id="4" creationId="{32C14999-98D6-5EAA-FE33-B4EA252D6956}"/>
          </ac:spMkLst>
        </pc:spChg>
      </pc:sldChg>
      <pc:sldChg chg="addSp delSp modSp new del mod">
        <pc:chgData name="Teresa McGarry" userId="8421fe9734d2ab63" providerId="LiveId" clId="{671C1C00-6090-4ECF-A5E1-F184CA4224DA}" dt="2026-01-16T18:11:24.672" v="271" actId="47"/>
        <pc:sldMkLst>
          <pc:docMk/>
          <pc:sldMk cId="2924331100" sldId="260"/>
        </pc:sldMkLst>
        <pc:picChg chg="add del mod modCrop">
          <ac:chgData name="Teresa McGarry" userId="8421fe9734d2ab63" providerId="LiveId" clId="{671C1C00-6090-4ECF-A5E1-F184CA4224DA}" dt="2026-01-16T09:44:26.488" v="25" actId="478"/>
          <ac:picMkLst>
            <pc:docMk/>
            <pc:sldMk cId="2924331100" sldId="260"/>
            <ac:picMk id="2" creationId="{1CA80D80-26B2-D74C-C3F4-31EDB7761D66}"/>
          </ac:picMkLst>
        </pc:picChg>
        <pc:picChg chg="add mod modCrop">
          <ac:chgData name="Teresa McGarry" userId="8421fe9734d2ab63" providerId="LiveId" clId="{671C1C00-6090-4ECF-A5E1-F184CA4224DA}" dt="2026-01-16T09:43:21.370" v="19"/>
          <ac:picMkLst>
            <pc:docMk/>
            <pc:sldMk cId="2924331100" sldId="260"/>
            <ac:picMk id="3" creationId="{85AE4A25-5D04-9DD6-D2AF-D37257E7FEBE}"/>
          </ac:picMkLst>
        </pc:picChg>
        <pc:picChg chg="add mod ord">
          <ac:chgData name="Teresa McGarry" userId="8421fe9734d2ab63" providerId="LiveId" clId="{671C1C00-6090-4ECF-A5E1-F184CA4224DA}" dt="2026-01-16T09:45:58.562" v="27" actId="166"/>
          <ac:picMkLst>
            <pc:docMk/>
            <pc:sldMk cId="2924331100" sldId="260"/>
            <ac:picMk id="4" creationId="{B6A41623-CBB2-7625-9BBB-4918378B151F}"/>
          </ac:picMkLst>
        </pc:picChg>
      </pc:sldChg>
      <pc:sldChg chg="modSp add del mod">
        <pc:chgData name="Teresa McGarry" userId="8421fe9734d2ab63" providerId="LiveId" clId="{671C1C00-6090-4ECF-A5E1-F184CA4224DA}" dt="2026-01-16T18:11:27.362" v="272" actId="47"/>
        <pc:sldMkLst>
          <pc:docMk/>
          <pc:sldMk cId="4002917765" sldId="261"/>
        </pc:sldMkLst>
        <pc:picChg chg="mod modCrop">
          <ac:chgData name="Teresa McGarry" userId="8421fe9734d2ab63" providerId="LiveId" clId="{671C1C00-6090-4ECF-A5E1-F184CA4224DA}" dt="2026-01-16T09:44:15.695" v="24" actId="732"/>
          <ac:picMkLst>
            <pc:docMk/>
            <pc:sldMk cId="4002917765" sldId="261"/>
            <ac:picMk id="3" creationId="{EED16D75-ED6E-F884-23B6-7F8EF629EADF}"/>
          </ac:picMkLst>
        </pc:picChg>
      </pc:sldChg>
      <pc:sldChg chg="addSp new mod">
        <pc:chgData name="Teresa McGarry" userId="8421fe9734d2ab63" providerId="LiveId" clId="{671C1C00-6090-4ECF-A5E1-F184CA4224DA}" dt="2026-01-16T09:58:06.460" v="29" actId="22"/>
        <pc:sldMkLst>
          <pc:docMk/>
          <pc:sldMk cId="680784216" sldId="262"/>
        </pc:sldMkLst>
        <pc:picChg chg="add">
          <ac:chgData name="Teresa McGarry" userId="8421fe9734d2ab63" providerId="LiveId" clId="{671C1C00-6090-4ECF-A5E1-F184CA4224DA}" dt="2026-01-16T09:58:06.460" v="29" actId="22"/>
          <ac:picMkLst>
            <pc:docMk/>
            <pc:sldMk cId="680784216" sldId="262"/>
            <ac:picMk id="4" creationId="{E36C09F2-F6C6-6407-5881-0FB5733B634B}"/>
          </ac:picMkLst>
        </pc:picChg>
      </pc:sldChg>
      <pc:sldChg chg="addSp modSp new mod setBg">
        <pc:chgData name="Teresa McGarry" userId="8421fe9734d2ab63" providerId="LiveId" clId="{671C1C00-6090-4ECF-A5E1-F184CA4224DA}" dt="2026-01-16T18:08:36.660" v="173" actId="313"/>
        <pc:sldMkLst>
          <pc:docMk/>
          <pc:sldMk cId="1382357335" sldId="263"/>
        </pc:sldMkLst>
        <pc:spChg chg="mod">
          <ac:chgData name="Teresa McGarry" userId="8421fe9734d2ab63" providerId="LiveId" clId="{671C1C00-6090-4ECF-A5E1-F184CA4224DA}" dt="2026-01-16T18:07:23.732" v="79" actId="26606"/>
          <ac:spMkLst>
            <pc:docMk/>
            <pc:sldMk cId="1382357335" sldId="263"/>
            <ac:spMk id="2" creationId="{B34AB11F-F914-1008-B495-20047CD63264}"/>
          </ac:spMkLst>
        </pc:spChg>
        <pc:spChg chg="add mod">
          <ac:chgData name="Teresa McGarry" userId="8421fe9734d2ab63" providerId="LiveId" clId="{671C1C00-6090-4ECF-A5E1-F184CA4224DA}" dt="2026-01-16T18:08:36.660" v="173" actId="313"/>
          <ac:spMkLst>
            <pc:docMk/>
            <pc:sldMk cId="1382357335" sldId="263"/>
            <ac:spMk id="3" creationId="{1FA394C7-F087-36DD-FA92-0C7EE06220DC}"/>
          </ac:spMkLst>
        </pc:spChg>
        <pc:spChg chg="add">
          <ac:chgData name="Teresa McGarry" userId="8421fe9734d2ab63" providerId="LiveId" clId="{671C1C00-6090-4ECF-A5E1-F184CA4224DA}" dt="2026-01-16T18:07:23.732" v="79" actId="26606"/>
          <ac:spMkLst>
            <pc:docMk/>
            <pc:sldMk cId="1382357335" sldId="263"/>
            <ac:spMk id="9" creationId="{2961259D-605E-E200-FF9F-7C8C71D7C8E4}"/>
          </ac:spMkLst>
        </pc:spChg>
        <pc:picChg chg="add mod">
          <ac:chgData name="Teresa McGarry" userId="8421fe9734d2ab63" providerId="LiveId" clId="{671C1C00-6090-4ECF-A5E1-F184CA4224DA}" dt="2026-01-16T18:07:37.644" v="80" actId="14826"/>
          <ac:picMkLst>
            <pc:docMk/>
            <pc:sldMk cId="1382357335" sldId="263"/>
            <ac:picMk id="5" creationId="{44FE26A7-C200-2FD2-655A-56AD8498F82D}"/>
          </ac:picMkLst>
        </pc:picChg>
      </pc:sldChg>
      <pc:sldChg chg="modSp new mod">
        <pc:chgData name="Teresa McGarry" userId="8421fe9734d2ab63" providerId="LiveId" clId="{671C1C00-6090-4ECF-A5E1-F184CA4224DA}" dt="2026-01-16T18:11:09.004" v="270" actId="20577"/>
        <pc:sldMkLst>
          <pc:docMk/>
          <pc:sldMk cId="1259308984" sldId="264"/>
        </pc:sldMkLst>
        <pc:spChg chg="mod">
          <ac:chgData name="Teresa McGarry" userId="8421fe9734d2ab63" providerId="LiveId" clId="{671C1C00-6090-4ECF-A5E1-F184CA4224DA}" dt="2026-01-16T18:11:09.004" v="270" actId="20577"/>
          <ac:spMkLst>
            <pc:docMk/>
            <pc:sldMk cId="1259308984" sldId="264"/>
            <ac:spMk id="2" creationId="{962EC15C-D58A-42F4-13DA-5940D78B4713}"/>
          </ac:spMkLst>
        </pc:spChg>
      </pc:sldChg>
      <pc:sldChg chg="add del">
        <pc:chgData name="Teresa McGarry" userId="8421fe9734d2ab63" providerId="LiveId" clId="{671C1C00-6090-4ECF-A5E1-F184CA4224DA}" dt="2026-01-16T18:10:11.548" v="243" actId="47"/>
        <pc:sldMkLst>
          <pc:docMk/>
          <pc:sldMk cId="3134876406" sldId="264"/>
        </pc:sldMkLst>
      </pc:sldChg>
      <pc:sldChg chg="modSp new mod">
        <pc:chgData name="Teresa McGarry" userId="8421fe9734d2ab63" providerId="LiveId" clId="{671C1C00-6090-4ECF-A5E1-F184CA4224DA}" dt="2026-01-16T18:12:13.334" v="292" actId="255"/>
        <pc:sldMkLst>
          <pc:docMk/>
          <pc:sldMk cId="144578168" sldId="265"/>
        </pc:sldMkLst>
        <pc:spChg chg="mod">
          <ac:chgData name="Teresa McGarry" userId="8421fe9734d2ab63" providerId="LiveId" clId="{671C1C00-6090-4ECF-A5E1-F184CA4224DA}" dt="2026-01-16T18:12:13.334" v="292" actId="255"/>
          <ac:spMkLst>
            <pc:docMk/>
            <pc:sldMk cId="144578168" sldId="265"/>
            <ac:spMk id="2" creationId="{B9FBAD08-7A38-3D41-0620-F30AFC92E8C6}"/>
          </ac:spMkLst>
        </pc:spChg>
      </pc:sldChg>
      <pc:sldChg chg="modSp add mod">
        <pc:chgData name="Teresa McGarry" userId="8421fe9734d2ab63" providerId="LiveId" clId="{671C1C00-6090-4ECF-A5E1-F184CA4224DA}" dt="2026-01-16T18:12:04.534" v="290" actId="255"/>
        <pc:sldMkLst>
          <pc:docMk/>
          <pc:sldMk cId="1522942040" sldId="266"/>
        </pc:sldMkLst>
        <pc:spChg chg="mod">
          <ac:chgData name="Teresa McGarry" userId="8421fe9734d2ab63" providerId="LiveId" clId="{671C1C00-6090-4ECF-A5E1-F184CA4224DA}" dt="2026-01-16T18:12:04.534" v="290" actId="255"/>
          <ac:spMkLst>
            <pc:docMk/>
            <pc:sldMk cId="1522942040" sldId="266"/>
            <ac:spMk id="2" creationId="{80F0061B-D606-762A-546A-5DC36013B3DB}"/>
          </ac:spMkLst>
        </pc:spChg>
      </pc:sldChg>
      <pc:sldChg chg="modSp add mod">
        <pc:chgData name="Teresa McGarry" userId="8421fe9734d2ab63" providerId="LiveId" clId="{671C1C00-6090-4ECF-A5E1-F184CA4224DA}" dt="2026-01-16T18:12:46.340" v="306" actId="20577"/>
        <pc:sldMkLst>
          <pc:docMk/>
          <pc:sldMk cId="2751950928" sldId="267"/>
        </pc:sldMkLst>
        <pc:spChg chg="mod">
          <ac:chgData name="Teresa McGarry" userId="8421fe9734d2ab63" providerId="LiveId" clId="{671C1C00-6090-4ECF-A5E1-F184CA4224DA}" dt="2026-01-16T18:12:46.340" v="306" actId="20577"/>
          <ac:spMkLst>
            <pc:docMk/>
            <pc:sldMk cId="2751950928" sldId="267"/>
            <ac:spMk id="2" creationId="{32FFE281-A507-55CB-CCF3-869B49F7FB59}"/>
          </ac:spMkLst>
        </pc:spChg>
      </pc:sldChg>
      <pc:sldChg chg="modSp add mod">
        <pc:chgData name="Teresa McGarry" userId="8421fe9734d2ab63" providerId="LiveId" clId="{671C1C00-6090-4ECF-A5E1-F184CA4224DA}" dt="2026-01-16T18:13:12.123" v="337" actId="20577"/>
        <pc:sldMkLst>
          <pc:docMk/>
          <pc:sldMk cId="1754267123" sldId="268"/>
        </pc:sldMkLst>
        <pc:spChg chg="mod">
          <ac:chgData name="Teresa McGarry" userId="8421fe9734d2ab63" providerId="LiveId" clId="{671C1C00-6090-4ECF-A5E1-F184CA4224DA}" dt="2026-01-16T18:13:12.123" v="337" actId="20577"/>
          <ac:spMkLst>
            <pc:docMk/>
            <pc:sldMk cId="1754267123" sldId="268"/>
            <ac:spMk id="2" creationId="{52D0A8C2-61AA-C048-0117-867E150AD6B9}"/>
          </ac:spMkLst>
        </pc:spChg>
      </pc:sldChg>
      <pc:sldChg chg="modSp add mod">
        <pc:chgData name="Teresa McGarry" userId="8421fe9734d2ab63" providerId="LiveId" clId="{671C1C00-6090-4ECF-A5E1-F184CA4224DA}" dt="2026-01-16T18:13:41.348" v="349" actId="20577"/>
        <pc:sldMkLst>
          <pc:docMk/>
          <pc:sldMk cId="2241886125" sldId="269"/>
        </pc:sldMkLst>
        <pc:spChg chg="mod">
          <ac:chgData name="Teresa McGarry" userId="8421fe9734d2ab63" providerId="LiveId" clId="{671C1C00-6090-4ECF-A5E1-F184CA4224DA}" dt="2026-01-16T18:13:41.348" v="349" actId="20577"/>
          <ac:spMkLst>
            <pc:docMk/>
            <pc:sldMk cId="2241886125" sldId="269"/>
            <ac:spMk id="2" creationId="{95CEFB6B-974A-0937-92E9-248C7AD123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3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6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9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84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64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04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4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1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7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4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14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ECB6F1F-50EE-05C4-D13C-1D6B86477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5" b="963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495DEB6A-976D-98B6-8875-F4C240958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4800"/>
            <a:ext cx="12192000" cy="274320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3000">
                <a:schemeClr val="bg1">
                  <a:alpha val="25000"/>
                </a:schemeClr>
              </a:gs>
              <a:gs pos="59000">
                <a:schemeClr val="bg1">
                  <a:alpha val="35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3E142-6541-04E0-5A3B-5F95958E0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1" y="5728447"/>
            <a:ext cx="8201790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en-GB" dirty="0"/>
              <a:t>Predictors of Diabetes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E33FC-60B8-43A7-6CE4-D3636B516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9" y="5728445"/>
            <a:ext cx="3409110" cy="950410"/>
          </a:xfrm>
        </p:spPr>
        <p:txBody>
          <a:bodyPr anchor="ctr">
            <a:normAutofit/>
          </a:bodyPr>
          <a:lstStyle/>
          <a:p>
            <a:pPr algn="r"/>
            <a:r>
              <a:rPr lang="en-GB" sz="1900" dirty="0"/>
              <a:t>XXXXXXXXX</a:t>
            </a:r>
          </a:p>
        </p:txBody>
      </p:sp>
    </p:spTree>
    <p:extLst>
      <p:ext uri="{BB962C8B-B14F-4D97-AF65-F5344CB8AC3E}">
        <p14:creationId xmlns:p14="http://schemas.microsoft.com/office/powerpoint/2010/main" val="1123576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AB11F-F914-1008-B495-20047CD63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A394C7-F087-36DD-FA92-0C7EE06220DC}"/>
              </a:ext>
            </a:extLst>
          </p:cNvPr>
          <p:cNvSpPr txBox="1">
            <a:spLocks/>
          </p:cNvSpPr>
          <p:nvPr/>
        </p:nvSpPr>
        <p:spPr>
          <a:xfrm>
            <a:off x="612647" y="2212848"/>
            <a:ext cx="6035041" cy="40965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Objectives/Motivation</a:t>
            </a:r>
          </a:p>
          <a:p>
            <a:r>
              <a:rPr lang="en-US" sz="1800" dirty="0"/>
              <a:t>ETL</a:t>
            </a:r>
          </a:p>
          <a:p>
            <a:r>
              <a:rPr lang="en-US" sz="1800" dirty="0"/>
              <a:t>Hypothesis 1</a:t>
            </a:r>
          </a:p>
          <a:p>
            <a:r>
              <a:rPr lang="en-US" sz="1800" dirty="0"/>
              <a:t>Hypothesis 2</a:t>
            </a:r>
          </a:p>
          <a:p>
            <a:r>
              <a:rPr lang="en-US" sz="1800" dirty="0"/>
              <a:t>Dashboarding</a:t>
            </a:r>
          </a:p>
          <a:p>
            <a:r>
              <a:rPr lang="en-US" sz="1800" dirty="0"/>
              <a:t>Outcomes</a:t>
            </a:r>
          </a:p>
          <a:p>
            <a:r>
              <a:rPr lang="en-US" sz="1800" dirty="0"/>
              <a:t>Next Steps</a:t>
            </a:r>
          </a:p>
          <a:p>
            <a:r>
              <a:rPr lang="en-US" sz="1800" dirty="0"/>
              <a:t>Appendix:</a:t>
            </a:r>
          </a:p>
          <a:p>
            <a:pPr lvl="1"/>
            <a:r>
              <a:rPr lang="en-US" dirty="0"/>
              <a:t>Trello Board</a:t>
            </a:r>
          </a:p>
          <a:p>
            <a:pPr lvl="1"/>
            <a:r>
              <a:rPr lang="en-US" dirty="0"/>
              <a:t>Further analysis opportunities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E26A7-C200-2FD2-655A-56AD8498F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07" r="26407"/>
          <a:stretch/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5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FFCD2-2A09-448E-2EFF-C8B08A10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Objectives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B7183-D43A-A5D5-E1A6-5DFB8F15A7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14999-98D6-5EAA-FE33-B4EA252D69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979474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C15C-D58A-42F4-13DA-5940D78B4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Diabetes Dataset and EDA</a:t>
            </a:r>
          </a:p>
        </p:txBody>
      </p:sp>
    </p:spTree>
    <p:extLst>
      <p:ext uri="{BB962C8B-B14F-4D97-AF65-F5344CB8AC3E}">
        <p14:creationId xmlns:p14="http://schemas.microsoft.com/office/powerpoint/2010/main" val="125930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BAD08-7A38-3D41-0620-F30AFC92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Hypothesis 1</a:t>
            </a:r>
          </a:p>
        </p:txBody>
      </p:sp>
    </p:spTree>
    <p:extLst>
      <p:ext uri="{BB962C8B-B14F-4D97-AF65-F5344CB8AC3E}">
        <p14:creationId xmlns:p14="http://schemas.microsoft.com/office/powerpoint/2010/main" val="144578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25D50-BDF6-A6CB-D4F1-317F80BFB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061B-D606-762A-546A-5DC36013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Hypothesis 2</a:t>
            </a:r>
          </a:p>
        </p:txBody>
      </p:sp>
    </p:spTree>
    <p:extLst>
      <p:ext uri="{BB962C8B-B14F-4D97-AF65-F5344CB8AC3E}">
        <p14:creationId xmlns:p14="http://schemas.microsoft.com/office/powerpoint/2010/main" val="152294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7574-3D1C-4580-24E1-BD28A01D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E281-A507-55CB-CCF3-869B49F7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75195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189C4-32EC-53BE-0D76-D1E8B1E0E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0A8C2-61AA-C048-0117-867E150AD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Conclusion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754267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32DC-D59A-D27A-62B0-EB4B2CF0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FB6B-974A-0937-92E9-248C7AD1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24188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3C075-7F96-ACB2-6C40-1D371E34E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6C09F2-F6C6-6407-5881-0FB5733B6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375"/>
            <a:ext cx="12192000" cy="594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8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BECF-C7D5-A37A-B6BD-87140134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1A773-5204-ED57-E953-982FB6CA926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04B7C7-2079-4BC2-5467-1E6B5A765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242884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43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Predictors of Diabetes</vt:lpstr>
      <vt:lpstr>Contents</vt:lpstr>
      <vt:lpstr>Objectives and Motivation</vt:lpstr>
      <vt:lpstr>Diabetes Dataset and EDA</vt:lpstr>
      <vt:lpstr>Hypothesis 1</vt:lpstr>
      <vt:lpstr>Hypothesis 2</vt:lpstr>
      <vt:lpstr>Dashboard</vt:lpstr>
      <vt:lpstr>Conclusion and Recommendations</vt:lpstr>
      <vt:lpstr>Future 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McGarry</dc:creator>
  <cp:lastModifiedBy>Teresa McGarry</cp:lastModifiedBy>
  <cp:revision>1</cp:revision>
  <dcterms:created xsi:type="dcterms:W3CDTF">2026-01-16T08:40:00Z</dcterms:created>
  <dcterms:modified xsi:type="dcterms:W3CDTF">2026-01-16T18:13:44Z</dcterms:modified>
</cp:coreProperties>
</file>