
<file path=[Content_Types].xml><?xml version="1.0" encoding="utf-8"?>
<Types xmlns="http://schemas.openxmlformats.org/package/2006/content-types">
  <Default Extension="jfif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17"/>
  </p:notesMasterIdLst>
  <p:sldIdLst>
    <p:sldId id="256" r:id="rId2"/>
    <p:sldId id="263" r:id="rId3"/>
    <p:sldId id="280" r:id="rId4"/>
    <p:sldId id="265" r:id="rId5"/>
    <p:sldId id="264" r:id="rId6"/>
    <p:sldId id="282" r:id="rId7"/>
    <p:sldId id="283" r:id="rId8"/>
    <p:sldId id="267" r:id="rId9"/>
    <p:sldId id="268" r:id="rId10"/>
    <p:sldId id="277" r:id="rId11"/>
    <p:sldId id="274" r:id="rId12"/>
    <p:sldId id="271" r:id="rId13"/>
    <p:sldId id="275" r:id="rId14"/>
    <p:sldId id="276" r:id="rId15"/>
    <p:sldId id="279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6ECE1DD-C90D-4B62-A855-37E23A63ADF6}" v="12" dt="2026-01-20T18:58:55.59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7" d="100"/>
          <a:sy n="97" d="100"/>
        </p:scale>
        <p:origin x="103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eresa McGarry" userId="8421fe9734d2ab63" providerId="LiveId" clId="{671C1C00-6090-4ECF-A5E1-F184CA4224DA}"/>
    <pc:docChg chg="undo custSel addSld delSld modSld sldOrd">
      <pc:chgData name="Teresa McGarry" userId="8421fe9734d2ab63" providerId="LiveId" clId="{671C1C00-6090-4ECF-A5E1-F184CA4224DA}" dt="2026-01-20T19:08:53.239" v="4908" actId="20577"/>
      <pc:docMkLst>
        <pc:docMk/>
      </pc:docMkLst>
      <pc:sldChg chg="addSp delSp modSp mod">
        <pc:chgData name="Teresa McGarry" userId="8421fe9734d2ab63" providerId="LiveId" clId="{671C1C00-6090-4ECF-A5E1-F184CA4224DA}" dt="2026-01-20T15:24:34.051" v="2638" actId="20577"/>
        <pc:sldMkLst>
          <pc:docMk/>
          <pc:sldMk cId="1123576693" sldId="256"/>
        </pc:sldMkLst>
        <pc:spChg chg="mod">
          <ac:chgData name="Teresa McGarry" userId="8421fe9734d2ab63" providerId="LiveId" clId="{671C1C00-6090-4ECF-A5E1-F184CA4224DA}" dt="2026-01-20T15:24:34.051" v="2638" actId="20577"/>
          <ac:spMkLst>
            <pc:docMk/>
            <pc:sldMk cId="1123576693" sldId="256"/>
            <ac:spMk id="2" creationId="{7D83E142-6541-04E0-5A3B-5F95958E05B2}"/>
          </ac:spMkLst>
        </pc:spChg>
        <pc:picChg chg="mod">
          <ac:chgData name="Teresa McGarry" userId="8421fe9734d2ab63" providerId="LiveId" clId="{671C1C00-6090-4ECF-A5E1-F184CA4224DA}" dt="2026-01-16T18:06:15.525" v="47" actId="14826"/>
          <ac:picMkLst>
            <pc:docMk/>
            <pc:sldMk cId="1123576693" sldId="256"/>
            <ac:picMk id="46" creationId="{FECB6F1F-50EE-05C4-D13C-1D6B864778EC}"/>
          </ac:picMkLst>
        </pc:picChg>
      </pc:sldChg>
      <pc:sldChg chg="addSp modSp new mod setBg">
        <pc:chgData name="Teresa McGarry" userId="8421fe9734d2ab63" providerId="LiveId" clId="{671C1C00-6090-4ECF-A5E1-F184CA4224DA}" dt="2026-01-20T19:08:53.239" v="4908" actId="20577"/>
        <pc:sldMkLst>
          <pc:docMk/>
          <pc:sldMk cId="1382357335" sldId="263"/>
        </pc:sldMkLst>
        <pc:spChg chg="mod">
          <ac:chgData name="Teresa McGarry" userId="8421fe9734d2ab63" providerId="LiveId" clId="{671C1C00-6090-4ECF-A5E1-F184CA4224DA}" dt="2026-01-19T10:11:04.333" v="2485" actId="255"/>
          <ac:spMkLst>
            <pc:docMk/>
            <pc:sldMk cId="1382357335" sldId="263"/>
            <ac:spMk id="2" creationId="{B34AB11F-F914-1008-B495-20047CD63264}"/>
          </ac:spMkLst>
        </pc:spChg>
        <pc:spChg chg="add mod">
          <ac:chgData name="Teresa McGarry" userId="8421fe9734d2ab63" providerId="LiveId" clId="{671C1C00-6090-4ECF-A5E1-F184CA4224DA}" dt="2026-01-20T19:08:53.239" v="4908" actId="20577"/>
          <ac:spMkLst>
            <pc:docMk/>
            <pc:sldMk cId="1382357335" sldId="263"/>
            <ac:spMk id="3" creationId="{1FA394C7-F087-36DD-FA92-0C7EE06220DC}"/>
          </ac:spMkLst>
        </pc:spChg>
        <pc:spChg chg="add">
          <ac:chgData name="Teresa McGarry" userId="8421fe9734d2ab63" providerId="LiveId" clId="{671C1C00-6090-4ECF-A5E1-F184CA4224DA}" dt="2026-01-16T18:07:23.732" v="79" actId="26606"/>
          <ac:spMkLst>
            <pc:docMk/>
            <pc:sldMk cId="1382357335" sldId="263"/>
            <ac:spMk id="9" creationId="{2961259D-605E-E200-FF9F-7C8C71D7C8E4}"/>
          </ac:spMkLst>
        </pc:spChg>
        <pc:picChg chg="add mod">
          <ac:chgData name="Teresa McGarry" userId="8421fe9734d2ab63" providerId="LiveId" clId="{671C1C00-6090-4ECF-A5E1-F184CA4224DA}" dt="2026-01-16T18:07:37.644" v="80" actId="14826"/>
          <ac:picMkLst>
            <pc:docMk/>
            <pc:sldMk cId="1382357335" sldId="263"/>
            <ac:picMk id="5" creationId="{44FE26A7-C200-2FD2-655A-56AD8498F82D}"/>
          </ac:picMkLst>
        </pc:picChg>
      </pc:sldChg>
      <pc:sldChg chg="addSp delSp modSp new add del mod setBg setClrOvrMap">
        <pc:chgData name="Teresa McGarry" userId="8421fe9734d2ab63" providerId="LiveId" clId="{671C1C00-6090-4ECF-A5E1-F184CA4224DA}" dt="2026-01-20T19:08:05.272" v="4902" actId="113"/>
        <pc:sldMkLst>
          <pc:docMk/>
          <pc:sldMk cId="1259308984" sldId="264"/>
        </pc:sldMkLst>
        <pc:spChg chg="mod">
          <ac:chgData name="Teresa McGarry" userId="8421fe9734d2ab63" providerId="LiveId" clId="{671C1C00-6090-4ECF-A5E1-F184CA4224DA}" dt="2026-01-19T10:11:25.082" v="2487" actId="255"/>
          <ac:spMkLst>
            <pc:docMk/>
            <pc:sldMk cId="1259308984" sldId="264"/>
            <ac:spMk id="2" creationId="{962EC15C-D58A-42F4-13DA-5940D78B4713}"/>
          </ac:spMkLst>
        </pc:spChg>
        <pc:spChg chg="add mod topLvl">
          <ac:chgData name="Teresa McGarry" userId="8421fe9734d2ab63" providerId="LiveId" clId="{671C1C00-6090-4ECF-A5E1-F184CA4224DA}" dt="2026-01-20T19:08:05.272" v="4902" actId="113"/>
          <ac:spMkLst>
            <pc:docMk/>
            <pc:sldMk cId="1259308984" sldId="264"/>
            <ac:spMk id="3" creationId="{35257943-BD3A-7B33-1984-DD081C427702}"/>
          </ac:spMkLst>
        </pc:spChg>
        <pc:spChg chg="add mod">
          <ac:chgData name="Teresa McGarry" userId="8421fe9734d2ab63" providerId="LiveId" clId="{671C1C00-6090-4ECF-A5E1-F184CA4224DA}" dt="2026-01-19T08:55:32.464" v="1906" actId="164"/>
          <ac:spMkLst>
            <pc:docMk/>
            <pc:sldMk cId="1259308984" sldId="264"/>
            <ac:spMk id="17" creationId="{13E4C953-3FFF-2F8A-83D4-33EF5FCEB558}"/>
          </ac:spMkLst>
        </pc:spChg>
        <pc:spChg chg="add">
          <ac:chgData name="Teresa McGarry" userId="8421fe9734d2ab63" providerId="LiveId" clId="{671C1C00-6090-4ECF-A5E1-F184CA4224DA}" dt="2026-01-18T18:28:15.953" v="639" actId="26606"/>
          <ac:spMkLst>
            <pc:docMk/>
            <pc:sldMk cId="1259308984" sldId="264"/>
            <ac:spMk id="27" creationId="{BA2AFC67-0973-EC0D-F14E-710D701B20BD}"/>
          </ac:spMkLst>
        </pc:spChg>
        <pc:grpChg chg="add mod">
          <ac:chgData name="Teresa McGarry" userId="8421fe9734d2ab63" providerId="LiveId" clId="{671C1C00-6090-4ECF-A5E1-F184CA4224DA}" dt="2026-01-19T08:55:32.464" v="1906" actId="164"/>
          <ac:grpSpMkLst>
            <pc:docMk/>
            <pc:sldMk cId="1259308984" sldId="264"/>
            <ac:grpSpMk id="6" creationId="{BEC6EF66-8C6C-F568-FDAE-FC90233BAD0A}"/>
          </ac:grpSpMkLst>
        </pc:grpChg>
        <pc:picChg chg="add mod">
          <ac:chgData name="Teresa McGarry" userId="8421fe9734d2ab63" providerId="LiveId" clId="{671C1C00-6090-4ECF-A5E1-F184CA4224DA}" dt="2026-01-19T08:55:32.464" v="1906" actId="164"/>
          <ac:picMkLst>
            <pc:docMk/>
            <pc:sldMk cId="1259308984" sldId="264"/>
            <ac:picMk id="5" creationId="{64DF63AD-8F92-0AF2-AB0E-9F4D8A33D9B2}"/>
          </ac:picMkLst>
        </pc:picChg>
        <pc:picChg chg="add mod ord modCrop">
          <ac:chgData name="Teresa McGarry" userId="8421fe9734d2ab63" providerId="LiveId" clId="{671C1C00-6090-4ECF-A5E1-F184CA4224DA}" dt="2026-01-19T10:09:54.689" v="2463" actId="14100"/>
          <ac:picMkLst>
            <pc:docMk/>
            <pc:sldMk cId="1259308984" sldId="264"/>
            <ac:picMk id="15" creationId="{DC838538-E287-E71E-00A3-C23F5045AE99}"/>
          </ac:picMkLst>
        </pc:picChg>
      </pc:sldChg>
      <pc:sldChg chg="addSp delSp modSp new mod ord setBg">
        <pc:chgData name="Teresa McGarry" userId="8421fe9734d2ab63" providerId="LiveId" clId="{671C1C00-6090-4ECF-A5E1-F184CA4224DA}" dt="2026-01-20T19:07:20.940" v="4899" actId="20577"/>
        <pc:sldMkLst>
          <pc:docMk/>
          <pc:sldMk cId="144578168" sldId="265"/>
        </pc:sldMkLst>
        <pc:spChg chg="mod">
          <ac:chgData name="Teresa McGarry" userId="8421fe9734d2ab63" providerId="LiveId" clId="{671C1C00-6090-4ECF-A5E1-F184CA4224DA}" dt="2026-01-20T18:50:01.042" v="4148" actId="14100"/>
          <ac:spMkLst>
            <pc:docMk/>
            <pc:sldMk cId="144578168" sldId="265"/>
            <ac:spMk id="2" creationId="{B9FBAD08-7A38-3D41-0620-F30AFC92E8C6}"/>
          </ac:spMkLst>
        </pc:spChg>
        <pc:spChg chg="add mod">
          <ac:chgData name="Teresa McGarry" userId="8421fe9734d2ab63" providerId="LiveId" clId="{671C1C00-6090-4ECF-A5E1-F184CA4224DA}" dt="2026-01-20T19:07:20.940" v="4899" actId="20577"/>
          <ac:spMkLst>
            <pc:docMk/>
            <pc:sldMk cId="144578168" sldId="265"/>
            <ac:spMk id="3" creationId="{3214CD0B-A477-0521-CAE5-B373A9758285}"/>
          </ac:spMkLst>
        </pc:spChg>
        <pc:spChg chg="add del mod">
          <ac:chgData name="Teresa McGarry" userId="8421fe9734d2ab63" providerId="LiveId" clId="{671C1C00-6090-4ECF-A5E1-F184CA4224DA}" dt="2026-01-20T18:49:43.331" v="4140"/>
          <ac:spMkLst>
            <pc:docMk/>
            <pc:sldMk cId="144578168" sldId="265"/>
            <ac:spMk id="7" creationId="{0B1DBB98-A8A9-0D3A-7F74-A6A4131824A9}"/>
          </ac:spMkLst>
        </pc:spChg>
        <pc:spChg chg="add">
          <ac:chgData name="Teresa McGarry" userId="8421fe9734d2ab63" providerId="LiveId" clId="{671C1C00-6090-4ECF-A5E1-F184CA4224DA}" dt="2026-01-18T18:53:17.138" v="946" actId="26606"/>
          <ac:spMkLst>
            <pc:docMk/>
            <pc:sldMk cId="144578168" sldId="265"/>
            <ac:spMk id="14" creationId="{2961259D-605E-E200-FF9F-7C8C71D7C8E4}"/>
          </ac:spMkLst>
        </pc:spChg>
        <pc:picChg chg="add mod">
          <ac:chgData name="Teresa McGarry" userId="8421fe9734d2ab63" providerId="LiveId" clId="{671C1C00-6090-4ECF-A5E1-F184CA4224DA}" dt="2026-01-18T18:53:17.138" v="946" actId="26606"/>
          <ac:picMkLst>
            <pc:docMk/>
            <pc:sldMk cId="144578168" sldId="265"/>
            <ac:picMk id="6" creationId="{0ABA8691-798F-112C-3744-180486120463}"/>
          </ac:picMkLst>
        </pc:picChg>
      </pc:sldChg>
      <pc:sldChg chg="addSp delSp modSp add mod ord setBg addAnim delAnim">
        <pc:chgData name="Teresa McGarry" userId="8421fe9734d2ab63" providerId="LiveId" clId="{671C1C00-6090-4ECF-A5E1-F184CA4224DA}" dt="2026-01-18T19:09:36.528" v="1140"/>
        <pc:sldMkLst>
          <pc:docMk/>
          <pc:sldMk cId="2751950928" sldId="267"/>
        </pc:sldMkLst>
        <pc:spChg chg="add">
          <ac:chgData name="Teresa McGarry" userId="8421fe9734d2ab63" providerId="LiveId" clId="{671C1C00-6090-4ECF-A5E1-F184CA4224DA}" dt="2026-01-18T19:08:05.702" v="1127" actId="26606"/>
          <ac:spMkLst>
            <pc:docMk/>
            <pc:sldMk cId="2751950928" sldId="267"/>
            <ac:spMk id="9" creationId="{80B98925-0550-1AFB-C1DC-02792400FB71}"/>
          </ac:spMkLst>
        </pc:spChg>
        <pc:picChg chg="add">
          <ac:chgData name="Teresa McGarry" userId="8421fe9734d2ab63" providerId="LiveId" clId="{671C1C00-6090-4ECF-A5E1-F184CA4224DA}" dt="2026-01-18T19:09:02.885" v="1134" actId="22"/>
          <ac:picMkLst>
            <pc:docMk/>
            <pc:sldMk cId="2751950928" sldId="267"/>
            <ac:picMk id="8" creationId="{14008904-19C4-B58A-CD4C-03A8F3E3E27F}"/>
          </ac:picMkLst>
        </pc:picChg>
      </pc:sldChg>
      <pc:sldChg chg="addSp delSp modSp add mod ord setBg">
        <pc:chgData name="Teresa McGarry" userId="8421fe9734d2ab63" providerId="LiveId" clId="{671C1C00-6090-4ECF-A5E1-F184CA4224DA}" dt="2026-01-19T09:00:46.412" v="1944" actId="26606"/>
        <pc:sldMkLst>
          <pc:docMk/>
          <pc:sldMk cId="1754267123" sldId="268"/>
        </pc:sldMkLst>
        <pc:spChg chg="add del">
          <ac:chgData name="Teresa McGarry" userId="8421fe9734d2ab63" providerId="LiveId" clId="{671C1C00-6090-4ECF-A5E1-F184CA4224DA}" dt="2026-01-19T09:00:46.407" v="1943" actId="26606"/>
          <ac:spMkLst>
            <pc:docMk/>
            <pc:sldMk cId="1754267123" sldId="268"/>
            <ac:spMk id="8" creationId="{6D48EA17-F2CF-2F98-FC06-DBB6A2AECB81}"/>
          </ac:spMkLst>
        </pc:spChg>
        <pc:spChg chg="add del">
          <ac:chgData name="Teresa McGarry" userId="8421fe9734d2ab63" providerId="LiveId" clId="{671C1C00-6090-4ECF-A5E1-F184CA4224DA}" dt="2026-01-19T09:00:46.407" v="1943" actId="26606"/>
          <ac:spMkLst>
            <pc:docMk/>
            <pc:sldMk cId="1754267123" sldId="268"/>
            <ac:spMk id="10" creationId="{4D3D4267-6754-E656-C65D-257297D453DD}"/>
          </ac:spMkLst>
        </pc:spChg>
        <pc:spChg chg="add">
          <ac:chgData name="Teresa McGarry" userId="8421fe9734d2ab63" providerId="LiveId" clId="{671C1C00-6090-4ECF-A5E1-F184CA4224DA}" dt="2026-01-19T09:00:46.412" v="1944" actId="26606"/>
          <ac:spMkLst>
            <pc:docMk/>
            <pc:sldMk cId="1754267123" sldId="268"/>
            <ac:spMk id="12" creationId="{35D3817B-01DA-DCDA-FA18-49D6FF003762}"/>
          </ac:spMkLst>
        </pc:spChg>
        <pc:picChg chg="add mod">
          <ac:chgData name="Teresa McGarry" userId="8421fe9734d2ab63" providerId="LiveId" clId="{671C1C00-6090-4ECF-A5E1-F184CA4224DA}" dt="2026-01-19T09:00:46.412" v="1944" actId="26606"/>
          <ac:picMkLst>
            <pc:docMk/>
            <pc:sldMk cId="1754267123" sldId="268"/>
            <ac:picMk id="3" creationId="{3E911D13-9389-9C7F-A39A-FD6AA46ECF7A}"/>
          </ac:picMkLst>
        </pc:picChg>
        <pc:picChg chg="add del">
          <ac:chgData name="Teresa McGarry" userId="8421fe9734d2ab63" providerId="LiveId" clId="{671C1C00-6090-4ECF-A5E1-F184CA4224DA}" dt="2026-01-19T09:00:37.466" v="1940" actId="478"/>
          <ac:picMkLst>
            <pc:docMk/>
            <pc:sldMk cId="1754267123" sldId="268"/>
            <ac:picMk id="6" creationId="{0128E114-6A88-5DF3-19AA-4DB7E05B6F5D}"/>
          </ac:picMkLst>
        </pc:picChg>
      </pc:sldChg>
      <pc:sldChg chg="modSp add del mod ord">
        <pc:chgData name="Teresa McGarry" userId="8421fe9734d2ab63" providerId="LiveId" clId="{671C1C00-6090-4ECF-A5E1-F184CA4224DA}" dt="2026-01-19T10:07:15.007" v="2359" actId="47"/>
        <pc:sldMkLst>
          <pc:docMk/>
          <pc:sldMk cId="2241886125" sldId="269"/>
        </pc:sldMkLst>
        <pc:spChg chg="mod">
          <ac:chgData name="Teresa McGarry" userId="8421fe9734d2ab63" providerId="LiveId" clId="{671C1C00-6090-4ECF-A5E1-F184CA4224DA}" dt="2026-01-19T10:06:14.758" v="2267" actId="20577"/>
          <ac:spMkLst>
            <pc:docMk/>
            <pc:sldMk cId="2241886125" sldId="269"/>
            <ac:spMk id="2" creationId="{95CEFB6B-974A-0937-92E9-248C7AD12306}"/>
          </ac:spMkLst>
        </pc:spChg>
      </pc:sldChg>
      <pc:sldChg chg="addSp delSp modSp new del mod ord">
        <pc:chgData name="Teresa McGarry" userId="8421fe9734d2ab63" providerId="LiveId" clId="{671C1C00-6090-4ECF-A5E1-F184CA4224DA}" dt="2026-01-19T09:02:17.926" v="1952" actId="47"/>
        <pc:sldMkLst>
          <pc:docMk/>
          <pc:sldMk cId="2801530638" sldId="270"/>
        </pc:sldMkLst>
      </pc:sldChg>
      <pc:sldChg chg="modSp add mod ord">
        <pc:chgData name="Teresa McGarry" userId="8421fe9734d2ab63" providerId="LiveId" clId="{671C1C00-6090-4ECF-A5E1-F184CA4224DA}" dt="2026-01-20T12:12:39.910" v="2556" actId="2711"/>
        <pc:sldMkLst>
          <pc:docMk/>
          <pc:sldMk cId="437107470" sldId="271"/>
        </pc:sldMkLst>
        <pc:spChg chg="mod">
          <ac:chgData name="Teresa McGarry" userId="8421fe9734d2ab63" providerId="LiveId" clId="{671C1C00-6090-4ECF-A5E1-F184CA4224DA}" dt="2026-01-20T12:12:39.910" v="2556" actId="2711"/>
          <ac:spMkLst>
            <pc:docMk/>
            <pc:sldMk cId="437107470" sldId="271"/>
            <ac:spMk id="2" creationId="{2AB2B586-5AFA-E9FF-4767-B3A3DF3B77B6}"/>
          </ac:spMkLst>
        </pc:spChg>
        <pc:graphicFrameChg chg="mod modGraphic">
          <ac:chgData name="Teresa McGarry" userId="8421fe9734d2ab63" providerId="LiveId" clId="{671C1C00-6090-4ECF-A5E1-F184CA4224DA}" dt="2026-01-19T10:01:42.065" v="2110" actId="207"/>
          <ac:graphicFrameMkLst>
            <pc:docMk/>
            <pc:sldMk cId="437107470" sldId="271"/>
            <ac:graphicFrameMk id="8" creationId="{FB54C7B1-3EFA-D407-4C76-73B4F820E903}"/>
          </ac:graphicFrameMkLst>
        </pc:graphicFrameChg>
      </pc:sldChg>
      <pc:sldChg chg="modSp add mod ord">
        <pc:chgData name="Teresa McGarry" userId="8421fe9734d2ab63" providerId="LiveId" clId="{671C1C00-6090-4ECF-A5E1-F184CA4224DA}" dt="2026-01-20T12:12:20.011" v="2538" actId="20577"/>
        <pc:sldMkLst>
          <pc:docMk/>
          <pc:sldMk cId="180499834" sldId="274"/>
        </pc:sldMkLst>
        <pc:spChg chg="mod">
          <ac:chgData name="Teresa McGarry" userId="8421fe9734d2ab63" providerId="LiveId" clId="{671C1C00-6090-4ECF-A5E1-F184CA4224DA}" dt="2026-01-20T12:12:20.011" v="2538" actId="20577"/>
          <ac:spMkLst>
            <pc:docMk/>
            <pc:sldMk cId="180499834" sldId="274"/>
            <ac:spMk id="2" creationId="{3F3DB12D-318B-1248-7A6B-32EECA0437CF}"/>
          </ac:spMkLst>
        </pc:spChg>
        <pc:graphicFrameChg chg="mod modGraphic">
          <ac:chgData name="Teresa McGarry" userId="8421fe9734d2ab63" providerId="LiveId" clId="{671C1C00-6090-4ECF-A5E1-F184CA4224DA}" dt="2026-01-20T12:11:09.212" v="2496" actId="242"/>
          <ac:graphicFrameMkLst>
            <pc:docMk/>
            <pc:sldMk cId="180499834" sldId="274"/>
            <ac:graphicFrameMk id="8" creationId="{B3263B9C-1C94-7976-89DB-87E5EBEBC85A}"/>
          </ac:graphicFrameMkLst>
        </pc:graphicFrameChg>
      </pc:sldChg>
      <pc:sldChg chg="modSp add mod">
        <pc:chgData name="Teresa McGarry" userId="8421fe9734d2ab63" providerId="LiveId" clId="{671C1C00-6090-4ECF-A5E1-F184CA4224DA}" dt="2026-01-20T12:12:45.148" v="2557"/>
        <pc:sldMkLst>
          <pc:docMk/>
          <pc:sldMk cId="318700713" sldId="275"/>
        </pc:sldMkLst>
        <pc:spChg chg="mod">
          <ac:chgData name="Teresa McGarry" userId="8421fe9734d2ab63" providerId="LiveId" clId="{671C1C00-6090-4ECF-A5E1-F184CA4224DA}" dt="2026-01-20T12:12:45.148" v="2557"/>
          <ac:spMkLst>
            <pc:docMk/>
            <pc:sldMk cId="318700713" sldId="275"/>
            <ac:spMk id="2" creationId="{765C75E5-5BD8-6E91-B0EB-43F0DDB6AA26}"/>
          </ac:spMkLst>
        </pc:spChg>
        <pc:graphicFrameChg chg="mod modGraphic">
          <ac:chgData name="Teresa McGarry" userId="8421fe9734d2ab63" providerId="LiveId" clId="{671C1C00-6090-4ECF-A5E1-F184CA4224DA}" dt="2026-01-19T10:02:20.068" v="2112" actId="2165"/>
          <ac:graphicFrameMkLst>
            <pc:docMk/>
            <pc:sldMk cId="318700713" sldId="275"/>
            <ac:graphicFrameMk id="8" creationId="{5C37F376-38F7-B363-39AF-84FF1BCB3538}"/>
          </ac:graphicFrameMkLst>
        </pc:graphicFrameChg>
      </pc:sldChg>
      <pc:sldChg chg="modSp add del mod ord">
        <pc:chgData name="Teresa McGarry" userId="8421fe9734d2ab63" providerId="LiveId" clId="{671C1C00-6090-4ECF-A5E1-F184CA4224DA}" dt="2026-01-20T12:12:50.389" v="2558"/>
        <pc:sldMkLst>
          <pc:docMk/>
          <pc:sldMk cId="2388004443" sldId="276"/>
        </pc:sldMkLst>
        <pc:spChg chg="mod">
          <ac:chgData name="Teresa McGarry" userId="8421fe9734d2ab63" providerId="LiveId" clId="{671C1C00-6090-4ECF-A5E1-F184CA4224DA}" dt="2026-01-20T12:12:50.389" v="2558"/>
          <ac:spMkLst>
            <pc:docMk/>
            <pc:sldMk cId="2388004443" sldId="276"/>
            <ac:spMk id="2" creationId="{8F202B71-B8BF-BE2B-A6BF-5A2F44975ECC}"/>
          </ac:spMkLst>
        </pc:spChg>
        <pc:graphicFrameChg chg="mod modGraphic">
          <ac:chgData name="Teresa McGarry" userId="8421fe9734d2ab63" providerId="LiveId" clId="{671C1C00-6090-4ECF-A5E1-F184CA4224DA}" dt="2026-01-19T10:03:17.017" v="2131" actId="6549"/>
          <ac:graphicFrameMkLst>
            <pc:docMk/>
            <pc:sldMk cId="2388004443" sldId="276"/>
            <ac:graphicFrameMk id="8" creationId="{7B7295FC-3865-C284-FE06-044424CF3104}"/>
          </ac:graphicFrameMkLst>
        </pc:graphicFrameChg>
      </pc:sldChg>
      <pc:sldChg chg="modSp add mod ord">
        <pc:chgData name="Teresa McGarry" userId="8421fe9734d2ab63" providerId="LiveId" clId="{671C1C00-6090-4ECF-A5E1-F184CA4224DA}" dt="2026-01-20T19:02:01.424" v="4643" actId="20577"/>
        <pc:sldMkLst>
          <pc:docMk/>
          <pc:sldMk cId="3126628641" sldId="277"/>
        </pc:sldMkLst>
        <pc:spChg chg="mod">
          <ac:chgData name="Teresa McGarry" userId="8421fe9734d2ab63" providerId="LiveId" clId="{671C1C00-6090-4ECF-A5E1-F184CA4224DA}" dt="2026-01-19T10:03:47.663" v="2144" actId="20577"/>
          <ac:spMkLst>
            <pc:docMk/>
            <pc:sldMk cId="3126628641" sldId="277"/>
            <ac:spMk id="2" creationId="{574E574F-FB7A-6A08-1EA7-29B1D0329A19}"/>
          </ac:spMkLst>
        </pc:spChg>
        <pc:spChg chg="mod">
          <ac:chgData name="Teresa McGarry" userId="8421fe9734d2ab63" providerId="LiveId" clId="{671C1C00-6090-4ECF-A5E1-F184CA4224DA}" dt="2026-01-20T19:02:01.424" v="4643" actId="20577"/>
          <ac:spMkLst>
            <pc:docMk/>
            <pc:sldMk cId="3126628641" sldId="277"/>
            <ac:spMk id="3" creationId="{D46B9128-4CBC-39DC-CD99-AB868EA12734}"/>
          </ac:spMkLst>
        </pc:spChg>
      </pc:sldChg>
      <pc:sldChg chg="modSp new del mod">
        <pc:chgData name="Teresa McGarry" userId="8421fe9734d2ab63" providerId="LiveId" clId="{671C1C00-6090-4ECF-A5E1-F184CA4224DA}" dt="2026-01-20T18:37:27.006" v="3782" actId="47"/>
        <pc:sldMkLst>
          <pc:docMk/>
          <pc:sldMk cId="3632759575" sldId="278"/>
        </pc:sldMkLst>
        <pc:spChg chg="mod">
          <ac:chgData name="Teresa McGarry" userId="8421fe9734d2ab63" providerId="LiveId" clId="{671C1C00-6090-4ECF-A5E1-F184CA4224DA}" dt="2026-01-19T10:06:33.516" v="2304" actId="6549"/>
          <ac:spMkLst>
            <pc:docMk/>
            <pc:sldMk cId="3632759575" sldId="278"/>
            <ac:spMk id="2" creationId="{5413C032-0281-5D24-4A38-7A5CFA39C01B}"/>
          </ac:spMkLst>
        </pc:spChg>
        <pc:spChg chg="mod">
          <ac:chgData name="Teresa McGarry" userId="8421fe9734d2ab63" providerId="LiveId" clId="{671C1C00-6090-4ECF-A5E1-F184CA4224DA}" dt="2026-01-19T10:07:06.941" v="2357" actId="122"/>
          <ac:spMkLst>
            <pc:docMk/>
            <pc:sldMk cId="3632759575" sldId="278"/>
            <ac:spMk id="3" creationId="{AA9E3919-197F-1C70-3833-6BC43D72A57B}"/>
          </ac:spMkLst>
        </pc:spChg>
        <pc:spChg chg="mod">
          <ac:chgData name="Teresa McGarry" userId="8421fe9734d2ab63" providerId="LiveId" clId="{671C1C00-6090-4ECF-A5E1-F184CA4224DA}" dt="2026-01-19T10:07:10.378" v="2358" actId="122"/>
          <ac:spMkLst>
            <pc:docMk/>
            <pc:sldMk cId="3632759575" sldId="278"/>
            <ac:spMk id="5" creationId="{C5DBB7BB-6C9E-AA05-D79E-B4984D15359B}"/>
          </ac:spMkLst>
        </pc:spChg>
      </pc:sldChg>
      <pc:sldChg chg="addSp delSp modSp add mod setBg addAnim delAnim">
        <pc:chgData name="Teresa McGarry" userId="8421fe9734d2ab63" providerId="LiveId" clId="{671C1C00-6090-4ECF-A5E1-F184CA4224DA}" dt="2026-01-20T18:44:00.963" v="3994" actId="26606"/>
        <pc:sldMkLst>
          <pc:docMk/>
          <pc:sldMk cId="468168177" sldId="279"/>
        </pc:sldMkLst>
        <pc:spChg chg="mod">
          <ac:chgData name="Teresa McGarry" userId="8421fe9734d2ab63" providerId="LiveId" clId="{671C1C00-6090-4ECF-A5E1-F184CA4224DA}" dt="2026-01-20T18:44:00.963" v="3994" actId="26606"/>
          <ac:spMkLst>
            <pc:docMk/>
            <pc:sldMk cId="468168177" sldId="279"/>
            <ac:spMk id="2" creationId="{320E9C53-393F-4D83-4F88-6536DAA5846C}"/>
          </ac:spMkLst>
        </pc:spChg>
        <pc:spChg chg="add del">
          <ac:chgData name="Teresa McGarry" userId="8421fe9734d2ab63" providerId="LiveId" clId="{671C1C00-6090-4ECF-A5E1-F184CA4224DA}" dt="2026-01-20T18:43:51.264" v="3988" actId="26606"/>
          <ac:spMkLst>
            <pc:docMk/>
            <pc:sldMk cId="468168177" sldId="279"/>
            <ac:spMk id="9" creationId="{80B98925-0550-1AFB-C1DC-02792400FB71}"/>
          </ac:spMkLst>
        </pc:spChg>
        <pc:spChg chg="add del">
          <ac:chgData name="Teresa McGarry" userId="8421fe9734d2ab63" providerId="LiveId" clId="{671C1C00-6090-4ECF-A5E1-F184CA4224DA}" dt="2026-01-20T18:43:55.623" v="3991" actId="26606"/>
          <ac:spMkLst>
            <pc:docMk/>
            <pc:sldMk cId="468168177" sldId="279"/>
            <ac:spMk id="11" creationId="{01187F7A-920C-B377-65E8-1CF4CBCE3C2C}"/>
          </ac:spMkLst>
        </pc:spChg>
        <pc:spChg chg="add del">
          <ac:chgData name="Teresa McGarry" userId="8421fe9734d2ab63" providerId="LiveId" clId="{671C1C00-6090-4ECF-A5E1-F184CA4224DA}" dt="2026-01-20T18:44:00.963" v="3994" actId="26606"/>
          <ac:spMkLst>
            <pc:docMk/>
            <pc:sldMk cId="468168177" sldId="279"/>
            <ac:spMk id="13" creationId="{80B98925-0550-1AFB-C1DC-02792400FB71}"/>
          </ac:spMkLst>
        </pc:spChg>
        <pc:graphicFrameChg chg="del">
          <ac:chgData name="Teresa McGarry" userId="8421fe9734d2ab63" providerId="LiveId" clId="{671C1C00-6090-4ECF-A5E1-F184CA4224DA}" dt="2026-01-19T10:07:59.131" v="2401" actId="478"/>
          <ac:graphicFrameMkLst>
            <pc:docMk/>
            <pc:sldMk cId="468168177" sldId="279"/>
            <ac:graphicFrameMk id="8" creationId="{282DB99B-F89D-6B5C-9E0F-F98A8797B219}"/>
          </ac:graphicFrameMkLst>
        </pc:graphicFrameChg>
        <pc:picChg chg="add mod">
          <ac:chgData name="Teresa McGarry" userId="8421fe9734d2ab63" providerId="LiveId" clId="{671C1C00-6090-4ECF-A5E1-F184CA4224DA}" dt="2026-01-20T18:44:00.963" v="3994" actId="26606"/>
          <ac:picMkLst>
            <pc:docMk/>
            <pc:sldMk cId="468168177" sldId="279"/>
            <ac:picMk id="4" creationId="{A6397CCB-4826-AC0B-DE29-A8038BDB98E5}"/>
          </ac:picMkLst>
        </pc:picChg>
      </pc:sldChg>
      <pc:sldChg chg="add del">
        <pc:chgData name="Teresa McGarry" userId="8421fe9734d2ab63" providerId="LiveId" clId="{671C1C00-6090-4ECF-A5E1-F184CA4224DA}" dt="2026-01-20T12:13:02.070" v="2559" actId="47"/>
        <pc:sldMkLst>
          <pc:docMk/>
          <pc:sldMk cId="1126517385" sldId="280"/>
        </pc:sldMkLst>
      </pc:sldChg>
      <pc:sldChg chg="addSp delSp modSp add mod ord">
        <pc:chgData name="Teresa McGarry" userId="8421fe9734d2ab63" providerId="LiveId" clId="{671C1C00-6090-4ECF-A5E1-F184CA4224DA}" dt="2026-01-20T19:05:27.589" v="4704" actId="14100"/>
        <pc:sldMkLst>
          <pc:docMk/>
          <pc:sldMk cId="4269987429" sldId="280"/>
        </pc:sldMkLst>
        <pc:spChg chg="mod">
          <ac:chgData name="Teresa McGarry" userId="8421fe9734d2ab63" providerId="LiveId" clId="{671C1C00-6090-4ECF-A5E1-F184CA4224DA}" dt="2026-01-20T19:05:27.589" v="4704" actId="14100"/>
          <ac:spMkLst>
            <pc:docMk/>
            <pc:sldMk cId="4269987429" sldId="280"/>
            <ac:spMk id="3" creationId="{712C4897-2F69-B49D-D5B2-0C551B27457A}"/>
          </ac:spMkLst>
        </pc:spChg>
        <pc:spChg chg="mod">
          <ac:chgData name="Teresa McGarry" userId="8421fe9734d2ab63" providerId="LiveId" clId="{671C1C00-6090-4ECF-A5E1-F184CA4224DA}" dt="2026-01-20T18:47:00.557" v="4083" actId="790"/>
          <ac:spMkLst>
            <pc:docMk/>
            <pc:sldMk cId="4269987429" sldId="280"/>
            <ac:spMk id="7" creationId="{98441768-9AA7-9E5F-6F69-875118773C0E}"/>
          </ac:spMkLst>
        </pc:spChg>
        <pc:picChg chg="add del mod">
          <ac:chgData name="Teresa McGarry" userId="8421fe9734d2ab63" providerId="LiveId" clId="{671C1C00-6090-4ECF-A5E1-F184CA4224DA}" dt="2026-01-20T18:23:22.372" v="2641" actId="478"/>
          <ac:picMkLst>
            <pc:docMk/>
            <pc:sldMk cId="4269987429" sldId="280"/>
            <ac:picMk id="5" creationId="{5EB4FF49-944F-66B9-6103-AB6A2E88A623}"/>
          </ac:picMkLst>
        </pc:picChg>
        <pc:picChg chg="del">
          <ac:chgData name="Teresa McGarry" userId="8421fe9734d2ab63" providerId="LiveId" clId="{671C1C00-6090-4ECF-A5E1-F184CA4224DA}" dt="2026-01-20T18:24:10.062" v="2643" actId="478"/>
          <ac:picMkLst>
            <pc:docMk/>
            <pc:sldMk cId="4269987429" sldId="280"/>
            <ac:picMk id="6" creationId="{BDFAD98F-A0FD-F5F0-7CC0-435F2D22D04F}"/>
          </ac:picMkLst>
        </pc:picChg>
        <pc:picChg chg="add mod modCrop">
          <ac:chgData name="Teresa McGarry" userId="8421fe9734d2ab63" providerId="LiveId" clId="{671C1C00-6090-4ECF-A5E1-F184CA4224DA}" dt="2026-01-20T18:24:58.922" v="2653" actId="14100"/>
          <ac:picMkLst>
            <pc:docMk/>
            <pc:sldMk cId="4269987429" sldId="280"/>
            <ac:picMk id="9" creationId="{AD837EB0-CA21-ABEB-B029-28377F895395}"/>
          </ac:picMkLst>
        </pc:picChg>
      </pc:sldChg>
      <pc:sldChg chg="delSp modSp add del mod">
        <pc:chgData name="Teresa McGarry" userId="8421fe9734d2ab63" providerId="LiveId" clId="{671C1C00-6090-4ECF-A5E1-F184CA4224DA}" dt="2026-01-20T18:38:16.654" v="3783" actId="47"/>
        <pc:sldMkLst>
          <pc:docMk/>
          <pc:sldMk cId="2159810878" sldId="281"/>
        </pc:sldMkLst>
        <pc:spChg chg="mod">
          <ac:chgData name="Teresa McGarry" userId="8421fe9734d2ab63" providerId="LiveId" clId="{671C1C00-6090-4ECF-A5E1-F184CA4224DA}" dt="2026-01-20T18:29:16.279" v="2979" actId="20577"/>
          <ac:spMkLst>
            <pc:docMk/>
            <pc:sldMk cId="2159810878" sldId="281"/>
            <ac:spMk id="2" creationId="{4321E386-67E6-800C-BF18-107BF867BE0B}"/>
          </ac:spMkLst>
        </pc:spChg>
        <pc:spChg chg="mod">
          <ac:chgData name="Teresa McGarry" userId="8421fe9734d2ab63" providerId="LiveId" clId="{671C1C00-6090-4ECF-A5E1-F184CA4224DA}" dt="2026-01-20T18:31:14.281" v="2987" actId="1076"/>
          <ac:spMkLst>
            <pc:docMk/>
            <pc:sldMk cId="2159810878" sldId="281"/>
            <ac:spMk id="3" creationId="{F8C3415F-D2D4-A796-187C-58D59D258838}"/>
          </ac:spMkLst>
        </pc:spChg>
        <pc:grpChg chg="del">
          <ac:chgData name="Teresa McGarry" userId="8421fe9734d2ab63" providerId="LiveId" clId="{671C1C00-6090-4ECF-A5E1-F184CA4224DA}" dt="2026-01-20T18:29:24.236" v="2981" actId="478"/>
          <ac:grpSpMkLst>
            <pc:docMk/>
            <pc:sldMk cId="2159810878" sldId="281"/>
            <ac:grpSpMk id="6" creationId="{6D1C075E-7AD6-DCCB-9ACB-7E9D94C51402}"/>
          </ac:grpSpMkLst>
        </pc:grpChg>
      </pc:sldChg>
      <pc:sldChg chg="addSp delSp modSp new mod">
        <pc:chgData name="Teresa McGarry" userId="8421fe9734d2ab63" providerId="LiveId" clId="{671C1C00-6090-4ECF-A5E1-F184CA4224DA}" dt="2026-01-20T18:52:19.608" v="4216" actId="20577"/>
        <pc:sldMkLst>
          <pc:docMk/>
          <pc:sldMk cId="1499587187" sldId="282"/>
        </pc:sldMkLst>
        <pc:spChg chg="mod">
          <ac:chgData name="Teresa McGarry" userId="8421fe9734d2ab63" providerId="LiveId" clId="{671C1C00-6090-4ECF-A5E1-F184CA4224DA}" dt="2026-01-20T18:31:28.943" v="3020" actId="313"/>
          <ac:spMkLst>
            <pc:docMk/>
            <pc:sldMk cId="1499587187" sldId="282"/>
            <ac:spMk id="2" creationId="{F65EA642-A72F-221D-C3EA-7EEF080516C6}"/>
          </ac:spMkLst>
        </pc:spChg>
        <pc:spChg chg="mod">
          <ac:chgData name="Teresa McGarry" userId="8421fe9734d2ab63" providerId="LiveId" clId="{671C1C00-6090-4ECF-A5E1-F184CA4224DA}" dt="2026-01-20T18:31:55.808" v="3031" actId="20577"/>
          <ac:spMkLst>
            <pc:docMk/>
            <pc:sldMk cId="1499587187" sldId="282"/>
            <ac:spMk id="3" creationId="{0D3D02C9-F7DD-5B1B-3A0E-9CD1956B7BD9}"/>
          </ac:spMkLst>
        </pc:spChg>
        <pc:spChg chg="add del mod">
          <ac:chgData name="Teresa McGarry" userId="8421fe9734d2ab63" providerId="LiveId" clId="{671C1C00-6090-4ECF-A5E1-F184CA4224DA}" dt="2026-01-20T18:52:19.608" v="4216" actId="20577"/>
          <ac:spMkLst>
            <pc:docMk/>
            <pc:sldMk cId="1499587187" sldId="282"/>
            <ac:spMk id="4" creationId="{49EBE14A-3DF5-1043-511C-A4E2BC335BCF}"/>
          </ac:spMkLst>
        </pc:spChg>
        <pc:spChg chg="mod">
          <ac:chgData name="Teresa McGarry" userId="8421fe9734d2ab63" providerId="LiveId" clId="{671C1C00-6090-4ECF-A5E1-F184CA4224DA}" dt="2026-01-20T18:38:29.587" v="3784" actId="313"/>
          <ac:spMkLst>
            <pc:docMk/>
            <pc:sldMk cId="1499587187" sldId="282"/>
            <ac:spMk id="5" creationId="{A5E36C9C-9FA8-E481-F2FA-8D03C9E538E4}"/>
          </ac:spMkLst>
        </pc:spChg>
        <pc:spChg chg="mod">
          <ac:chgData name="Teresa McGarry" userId="8421fe9734d2ab63" providerId="LiveId" clId="{671C1C00-6090-4ECF-A5E1-F184CA4224DA}" dt="2026-01-20T18:51:22.615" v="4188" actId="27636"/>
          <ac:spMkLst>
            <pc:docMk/>
            <pc:sldMk cId="1499587187" sldId="282"/>
            <ac:spMk id="6" creationId="{7BD9E1FE-E418-F49B-B41E-9CCE9E9F049A}"/>
          </ac:spMkLst>
        </pc:spChg>
        <pc:spChg chg="add mod">
          <ac:chgData name="Teresa McGarry" userId="8421fe9734d2ab63" providerId="LiveId" clId="{671C1C00-6090-4ECF-A5E1-F184CA4224DA}" dt="2026-01-20T18:32:07.929" v="3033"/>
          <ac:spMkLst>
            <pc:docMk/>
            <pc:sldMk cId="1499587187" sldId="282"/>
            <ac:spMk id="7" creationId="{22649A04-8F4C-46C8-11BF-CC9AC799C278}"/>
          </ac:spMkLst>
        </pc:spChg>
      </pc:sldChg>
      <pc:sldChg chg="modSp new del mod">
        <pc:chgData name="Teresa McGarry" userId="8421fe9734d2ab63" providerId="LiveId" clId="{671C1C00-6090-4ECF-A5E1-F184CA4224DA}" dt="2026-01-20T18:42:31.451" v="3984" actId="47"/>
        <pc:sldMkLst>
          <pc:docMk/>
          <pc:sldMk cId="2008914234" sldId="283"/>
        </pc:sldMkLst>
        <pc:spChg chg="mod">
          <ac:chgData name="Teresa McGarry" userId="8421fe9734d2ab63" providerId="LiveId" clId="{671C1C00-6090-4ECF-A5E1-F184CA4224DA}" dt="2026-01-20T18:39:37.288" v="3793" actId="20577"/>
          <ac:spMkLst>
            <pc:docMk/>
            <pc:sldMk cId="2008914234" sldId="283"/>
            <ac:spMk id="2" creationId="{F373770F-05C8-7766-82EC-55216924D790}"/>
          </ac:spMkLst>
        </pc:spChg>
        <pc:spChg chg="mod">
          <ac:chgData name="Teresa McGarry" userId="8421fe9734d2ab63" providerId="LiveId" clId="{671C1C00-6090-4ECF-A5E1-F184CA4224DA}" dt="2026-01-20T18:42:26.848" v="3983" actId="20577"/>
          <ac:spMkLst>
            <pc:docMk/>
            <pc:sldMk cId="2008914234" sldId="283"/>
            <ac:spMk id="4" creationId="{2F106F55-AE93-1546-CA1B-C4E2B57D02A6}"/>
          </ac:spMkLst>
        </pc:spChg>
      </pc:sldChg>
      <pc:sldChg chg="addSp modSp new mod setBg">
        <pc:chgData name="Teresa McGarry" userId="8421fe9734d2ab63" providerId="LiveId" clId="{671C1C00-6090-4ECF-A5E1-F184CA4224DA}" dt="2026-01-20T18:59:29.349" v="4482" actId="14100"/>
        <pc:sldMkLst>
          <pc:docMk/>
          <pc:sldMk cId="3951081825" sldId="283"/>
        </pc:sldMkLst>
        <pc:spChg chg="mod">
          <ac:chgData name="Teresa McGarry" userId="8421fe9734d2ab63" providerId="LiveId" clId="{671C1C00-6090-4ECF-A5E1-F184CA4224DA}" dt="2026-01-20T18:58:38.464" v="4462" actId="242"/>
          <ac:spMkLst>
            <pc:docMk/>
            <pc:sldMk cId="3951081825" sldId="283"/>
            <ac:spMk id="2" creationId="{896E12C1-3ECA-2EB1-191E-1BB5FE75FF44}"/>
          </ac:spMkLst>
        </pc:spChg>
        <pc:spChg chg="add mod">
          <ac:chgData name="Teresa McGarry" userId="8421fe9734d2ab63" providerId="LiveId" clId="{671C1C00-6090-4ECF-A5E1-F184CA4224DA}" dt="2026-01-20T18:59:29.349" v="4482" actId="14100"/>
          <ac:spMkLst>
            <pc:docMk/>
            <pc:sldMk cId="3951081825" sldId="283"/>
            <ac:spMk id="3" creationId="{53BDDC8B-B2A9-64D1-B5E5-67B1F1AC57FD}"/>
          </ac:spMkLst>
        </pc:spChg>
        <pc:spChg chg="add">
          <ac:chgData name="Teresa McGarry" userId="8421fe9734d2ab63" providerId="LiveId" clId="{671C1C00-6090-4ECF-A5E1-F184CA4224DA}" dt="2026-01-20T18:58:11.183" v="4457" actId="26606"/>
          <ac:spMkLst>
            <pc:docMk/>
            <pc:sldMk cId="3951081825" sldId="283"/>
            <ac:spMk id="10" creationId="{BA2AFC67-0973-EC0D-F14E-710D701B20BD}"/>
          </ac:spMkLst>
        </pc:spChg>
        <pc:picChg chg="add mod">
          <ac:chgData name="Teresa McGarry" userId="8421fe9734d2ab63" providerId="LiveId" clId="{671C1C00-6090-4ECF-A5E1-F184CA4224DA}" dt="2026-01-20T18:58:11.183" v="4457" actId="26606"/>
          <ac:picMkLst>
            <pc:docMk/>
            <pc:sldMk cId="3951081825" sldId="283"/>
            <ac:picMk id="5" creationId="{8E97E09B-CC83-5363-6041-7E3C7B55A741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E30F33-C2ED-48ED-829E-480492D420E4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94DC9A-E73B-40C3-8412-061FA42C55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69332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594DC9A-E73B-40C3-8412-061FA42C55F8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44417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1/20/2026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23315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1/20/2026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7653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1/20/2026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87980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1/20/2026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49840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1/20/2026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6640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1/20/2026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10495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A578B-D289-4C40-8593-3D356C49DA58}" type="datetime1">
              <a:rPr lang="en-US" smtClean="0"/>
              <a:t>1/20/2026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22492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1/20/2026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02107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1/20/2026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09755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1/20/2026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1939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1/20/2026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01478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1/20/2026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7140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fif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.sv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tangle 50">
            <a:extLst>
              <a:ext uri="{FF2B5EF4-FFF2-40B4-BE49-F238E27FC236}">
                <a16:creationId xmlns:a16="http://schemas.microsoft.com/office/drawing/2014/main" id="{0EECA69B-4C2A-7F31-8019-E90DB3BD4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FECB6F1F-50EE-05C4-D13C-1D6B864778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635" b="9635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495DEB6A-976D-98B6-8875-F4C240958B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114800"/>
            <a:ext cx="12192000" cy="2743202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3000">
                <a:schemeClr val="bg1">
                  <a:alpha val="25000"/>
                </a:schemeClr>
              </a:gs>
              <a:gs pos="59000">
                <a:schemeClr val="bg1">
                  <a:alpha val="35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83E142-6541-04E0-5A3B-5F95958E05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40" y="5728447"/>
            <a:ext cx="10071645" cy="960120"/>
          </a:xfrm>
          <a:ln>
            <a:noFill/>
          </a:ln>
        </p:spPr>
        <p:txBody>
          <a:bodyPr anchor="ctr">
            <a:normAutofit fontScale="90000"/>
          </a:bodyPr>
          <a:lstStyle/>
          <a:p>
            <a:pPr algn="l"/>
            <a:r>
              <a:rPr lang="en-GB" dirty="0"/>
              <a:t>Identifying the most Influential Predictors of Diabetes Risk</a:t>
            </a:r>
          </a:p>
        </p:txBody>
      </p:sp>
    </p:spTree>
    <p:extLst>
      <p:ext uri="{BB962C8B-B14F-4D97-AF65-F5344CB8AC3E}">
        <p14:creationId xmlns:p14="http://schemas.microsoft.com/office/powerpoint/2010/main" val="112357669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961259D-605E-E200-FF9F-7C8C71D7C8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4AB11F-F914-1008-B495-20047CD632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00074"/>
            <a:ext cx="6035040" cy="152993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2800" b="1" kern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Contents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A394C7-F087-36DD-FA92-0C7EE06220DC}"/>
              </a:ext>
            </a:extLst>
          </p:cNvPr>
          <p:cNvSpPr txBox="1">
            <a:spLocks/>
          </p:cNvSpPr>
          <p:nvPr/>
        </p:nvSpPr>
        <p:spPr>
          <a:xfrm>
            <a:off x="612647" y="2212848"/>
            <a:ext cx="6733033" cy="40965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Key Research Question</a:t>
            </a:r>
          </a:p>
          <a:p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Rationale for the study</a:t>
            </a:r>
          </a:p>
          <a:p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Diabetes Health Indicators Dataset </a:t>
            </a:r>
          </a:p>
          <a:p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Conclusions and Recommendations</a:t>
            </a:r>
          </a:p>
          <a:p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Summary of Findings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Appendix:</a:t>
            </a:r>
          </a:p>
          <a:p>
            <a:pPr lvl="1"/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Diabetes Dataset Explored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 features, questions and codes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Trello Board</a:t>
            </a:r>
          </a:p>
          <a:p>
            <a:pPr lvl="1"/>
            <a:r>
              <a:rPr lang="en-US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Further research </a:t>
            </a:r>
            <a:r>
              <a:rPr lang="en-US" dirty="0" err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xxxxxxxx</a:t>
            </a:r>
            <a:endParaRPr lang="en-US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4FE26A7-C200-2FD2-655A-56AD8498F8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407" r="26407"/>
          <a:stretch/>
        </p:blipFill>
        <p:spPr>
          <a:xfrm>
            <a:off x="7345680" y="10"/>
            <a:ext cx="4846320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23573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A40B6E-1B7D-4310-1C89-5F7A9E55D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E196E7DD-E673-B344-C1BB-183DD67BA9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207F35-980B-8D74-C75F-337A004121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0097" y="600074"/>
            <a:ext cx="6624731" cy="886894"/>
          </a:xfrm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 sz="2800" b="1" kern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 Research Question:</a:t>
            </a:r>
            <a:br>
              <a:rPr lang="en-US" sz="2400" b="1" kern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200" b="1" kern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12C4897-2F69-B49D-D5B2-0C551B27457A}"/>
              </a:ext>
            </a:extLst>
          </p:cNvPr>
          <p:cNvSpPr txBox="1"/>
          <p:nvPr/>
        </p:nvSpPr>
        <p:spPr>
          <a:xfrm>
            <a:off x="580103" y="2221235"/>
            <a:ext cx="5896669" cy="40965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analysis identifies the most influential predictors of diabetes risk using a large, cleaned health survey dataset containing 22 variables spanning:</a:t>
            </a:r>
          </a:p>
          <a:p>
            <a:pPr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Clinical/Psychological</a:t>
            </a:r>
          </a:p>
          <a:p>
            <a:pPr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Demographic</a:t>
            </a:r>
          </a:p>
          <a:p>
            <a:pPr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Functional health</a:t>
            </a:r>
          </a:p>
          <a:p>
            <a:pPr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Socioeconomic</a:t>
            </a:r>
          </a:p>
          <a:p>
            <a:pPr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Lifestyle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441768-9AA7-9E5F-6F69-875118773C0E}"/>
              </a:ext>
            </a:extLst>
          </p:cNvPr>
          <p:cNvSpPr txBox="1"/>
          <p:nvPr/>
        </p:nvSpPr>
        <p:spPr>
          <a:xfrm>
            <a:off x="510097" y="1043521"/>
            <a:ext cx="671964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Which health, behavioral and socioeconomic factors are the most influential predictors of Diabetes risk in the US population</a:t>
            </a:r>
            <a:endParaRPr lang="en-GB" sz="2200" dirty="0"/>
          </a:p>
        </p:txBody>
      </p:sp>
      <p:pic>
        <p:nvPicPr>
          <p:cNvPr id="9" name="Picture 8" descr="Doctor with a patient">
            <a:extLst>
              <a:ext uri="{FF2B5EF4-FFF2-40B4-BE49-F238E27FC236}">
                <a16:creationId xmlns:a16="http://schemas.microsoft.com/office/drawing/2014/main" id="{AD837EB0-CA21-ABEB-B029-28377F8953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004" r="15147"/>
          <a:stretch>
            <a:fillRect/>
          </a:stretch>
        </p:blipFill>
        <p:spPr>
          <a:xfrm>
            <a:off x="7229742" y="0"/>
            <a:ext cx="493992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9987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2961259D-605E-E200-FF9F-7C8C71D7C8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FBAD08-7A38-3D41-0620-F30AFC92E8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0097" y="600074"/>
            <a:ext cx="6706780" cy="886894"/>
          </a:xfrm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 sz="2800" b="1" kern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Rationale for Choosing This 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en-US" sz="2800" b="1" kern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esearch</a:t>
            </a:r>
            <a:br>
              <a:rPr lang="en-US" sz="2400" b="1" kern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200" b="1" kern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14CD0B-A477-0521-CAE5-B373A9758285}"/>
              </a:ext>
            </a:extLst>
          </p:cNvPr>
          <p:cNvSpPr txBox="1"/>
          <p:nvPr/>
        </p:nvSpPr>
        <p:spPr>
          <a:xfrm>
            <a:off x="441731" y="1288026"/>
            <a:ext cx="6035041" cy="502972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42900"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Diabetes is one of the most prevalent chronic diseases in the United States, affecting millions and placing a substantial burden on the healthcare system </a:t>
            </a:r>
          </a:p>
          <a:p>
            <a:pPr marL="114300">
              <a:lnSpc>
                <a:spcPct val="110000"/>
              </a:lnSpc>
              <a:spcAft>
                <a:spcPts val="600"/>
              </a:spcAft>
            </a:pP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In 2021:</a:t>
            </a:r>
          </a:p>
          <a:p>
            <a:pPr marL="800100" lvl="1"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38.4 million Americans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 had diabetes</a:t>
            </a:r>
          </a:p>
          <a:p>
            <a:pPr marL="800100" lvl="1"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97.6 million adults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 had prediabetes</a:t>
            </a:r>
          </a:p>
          <a:p>
            <a:pPr marL="800100" lvl="1"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1.2 million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  had a new diagnosis of diabetes</a:t>
            </a:r>
          </a:p>
          <a:p>
            <a:pPr marL="571500" lvl="1">
              <a:lnSpc>
                <a:spcPct val="110000"/>
              </a:lnSpc>
              <a:spcAft>
                <a:spcPts val="600"/>
              </a:spcAft>
            </a:pP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Although diabetes has no cure, early detection improves outcomes</a:t>
            </a:r>
          </a:p>
          <a:p>
            <a:pPr marL="342900"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Predictive modelling can support clinicians and  public‑health planning by identifying high-risk groups earlier to facilitate intervention</a:t>
            </a:r>
          </a:p>
          <a:p>
            <a:pPr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ABA8691-798F-112C-3744-1804861204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170" r="34777" b="-1"/>
          <a:stretch>
            <a:fillRect/>
          </a:stretch>
        </p:blipFill>
        <p:spPr>
          <a:xfrm>
            <a:off x="7345680" y="10"/>
            <a:ext cx="4846320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5781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BA2AFC67-0973-EC0D-F14E-710D701B20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2EC15C-D58A-42F4-13DA-5940D78B47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03504"/>
            <a:ext cx="6585817" cy="152704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800" b="1" kern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Diabetes Health Indicators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257943-BD3A-7B33-1984-DD081C427702}"/>
              </a:ext>
            </a:extLst>
          </p:cNvPr>
          <p:cNvSpPr txBox="1">
            <a:spLocks/>
          </p:cNvSpPr>
          <p:nvPr/>
        </p:nvSpPr>
        <p:spPr>
          <a:xfrm>
            <a:off x="612648" y="1809345"/>
            <a:ext cx="6118892" cy="452592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A large secondary health dataset (n = 253,680) was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analysed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using descriptive and comparative methods to examine patterns associated with diabetes status (Diabetes_012). There were 3 outcomes:</a:t>
            </a:r>
          </a:p>
          <a:p>
            <a:r>
              <a:rPr lang="en-GB" sz="1800" b="1" dirty="0">
                <a:latin typeface="Arial" panose="020B0604020202020204" pitchFamily="34" charset="0"/>
                <a:cs typeface="Arial" panose="020B0604020202020204" pitchFamily="34" charset="0"/>
              </a:rPr>
              <a:t>No diabetes</a:t>
            </a:r>
            <a:r>
              <a:rPr lang="en-GB" sz="1800" dirty="0">
                <a:latin typeface="Arial" panose="020B0604020202020204" pitchFamily="34" charset="0"/>
                <a:cs typeface="Arial" panose="020B0604020202020204" pitchFamily="34" charset="0"/>
              </a:rPr>
              <a:t>: 213,703 individuals (84.24%)</a:t>
            </a:r>
          </a:p>
          <a:p>
            <a:r>
              <a:rPr lang="en-GB" sz="1800" b="1" dirty="0">
                <a:latin typeface="Arial" panose="020B0604020202020204" pitchFamily="34" charset="0"/>
                <a:cs typeface="Arial" panose="020B0604020202020204" pitchFamily="34" charset="0"/>
              </a:rPr>
              <a:t>Prediabetes</a:t>
            </a:r>
            <a:r>
              <a:rPr lang="en-GB" sz="1800" dirty="0">
                <a:latin typeface="Arial" panose="020B0604020202020204" pitchFamily="34" charset="0"/>
                <a:cs typeface="Arial" panose="020B0604020202020204" pitchFamily="34" charset="0"/>
              </a:rPr>
              <a:t>: 4,631 individuals (1.82%)</a:t>
            </a:r>
          </a:p>
          <a:p>
            <a:r>
              <a:rPr lang="en-GB" sz="1800" b="1" dirty="0">
                <a:latin typeface="Arial" panose="020B0604020202020204" pitchFamily="34" charset="0"/>
                <a:cs typeface="Arial" panose="020B0604020202020204" pitchFamily="34" charset="0"/>
              </a:rPr>
              <a:t>Diabetes</a:t>
            </a:r>
            <a:r>
              <a:rPr lang="en-GB" sz="1800" dirty="0">
                <a:latin typeface="Arial" panose="020B0604020202020204" pitchFamily="34" charset="0"/>
                <a:cs typeface="Arial" panose="020B0604020202020204" pitchFamily="34" charset="0"/>
              </a:rPr>
              <a:t>: 35,346 individuals (13.93%</a:t>
            </a:r>
          </a:p>
          <a:p>
            <a:pPr marL="0" indent="0">
              <a:buNone/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Visual and statistical techniques were used to explore relationships between diabetes outcomes and health,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behavioural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, and socioeconomic factors, with results interpreted at a population level.</a:t>
            </a:r>
          </a:p>
        </p:txBody>
      </p:sp>
      <p:pic>
        <p:nvPicPr>
          <p:cNvPr id="15" name="Picture 14" descr="Doctor getting patient's weight">
            <a:extLst>
              <a:ext uri="{FF2B5EF4-FFF2-40B4-BE49-F238E27FC236}">
                <a16:creationId xmlns:a16="http://schemas.microsoft.com/office/drawing/2014/main" id="{DC838538-E287-E71E-00A3-C23F5045AE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577" r="27862"/>
          <a:stretch>
            <a:fillRect/>
          </a:stretch>
        </p:blipFill>
        <p:spPr>
          <a:xfrm>
            <a:off x="7344188" y="10"/>
            <a:ext cx="4847810" cy="6857990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BEC6EF66-8C6C-F568-FDAE-FC90233BAD0A}"/>
              </a:ext>
            </a:extLst>
          </p:cNvPr>
          <p:cNvGrpSpPr/>
          <p:nvPr/>
        </p:nvGrpSpPr>
        <p:grpSpPr>
          <a:xfrm>
            <a:off x="438683" y="6008013"/>
            <a:ext cx="6930136" cy="754693"/>
            <a:chOff x="438683" y="6008013"/>
            <a:chExt cx="6930136" cy="754693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3E4C953-3FFF-2F8A-83D4-33EF5FCEB558}"/>
                </a:ext>
              </a:extLst>
            </p:cNvPr>
            <p:cNvSpPr txBox="1"/>
            <p:nvPr/>
          </p:nvSpPr>
          <p:spPr>
            <a:xfrm>
              <a:off x="1426840" y="6246860"/>
              <a:ext cx="5941979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1200" dirty="0">
                  <a:latin typeface="Arial" panose="020B0604020202020204" pitchFamily="34" charset="0"/>
                  <a:cs typeface="Arial" panose="020B0604020202020204" pitchFamily="34" charset="0"/>
                </a:rPr>
                <a:t>The dataset can be downloaded here: [Diabetes Health Indicators Dataset][dataset]</a:t>
              </a:r>
            </a:p>
          </p:txBody>
        </p:sp>
        <p:pic>
          <p:nvPicPr>
            <p:cNvPr id="5" name="Graphic 4" descr="Programmer male with solid fill">
              <a:extLst>
                <a:ext uri="{FF2B5EF4-FFF2-40B4-BE49-F238E27FC236}">
                  <a16:creationId xmlns:a16="http://schemas.microsoft.com/office/drawing/2014/main" id="{64DF63AD-8F92-0AF2-AB0E-9F4D8A33D9B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38683" y="6008013"/>
              <a:ext cx="754693" cy="75469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2593089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EA642-A72F-221D-C3EA-7EEF08051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Conclusions and Recommendations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3D02C9-F7DD-5B1B-3A0E-9CD1956B7B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Conclusions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EBE14A-3DF5-1043-511C-A4E2BC335BC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Diabetes risk is mainly driven by overall clinical and physiological elements such as general health, body weight and blood pressure</a:t>
            </a:r>
          </a:p>
          <a:p>
            <a:r>
              <a:rPr lang="en-GB" dirty="0"/>
              <a:t>Physical limitations, such as difficulty walking, and long-term health conditions, further increase risk</a:t>
            </a:r>
          </a:p>
          <a:p>
            <a:r>
              <a:rPr lang="en-GB" dirty="0"/>
              <a:t>Socioeconomic disadvantage also contributes to higher risk, whilst lifestyle factors play a much more modest role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E36C9C-9FA8-E481-F2FA-8D03C9E538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Recommendations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D9E1FE-E418-F49B-B41E-9CCE9E9F049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Diabetes prevention measures should prioritise maintaining:</a:t>
            </a:r>
          </a:p>
          <a:p>
            <a:pPr lvl="1"/>
            <a:r>
              <a:rPr lang="en-GB" dirty="0"/>
              <a:t>cardiovascular health</a:t>
            </a:r>
          </a:p>
          <a:p>
            <a:pPr lvl="1"/>
            <a:r>
              <a:rPr lang="en-GB" dirty="0"/>
              <a:t>a healthy weight</a:t>
            </a:r>
          </a:p>
          <a:p>
            <a:r>
              <a:rPr lang="en-GB" dirty="0"/>
              <a:t>In terms of wider societal measures, support services should be developed that identify and support people showing early signs of declining general or physical health</a:t>
            </a:r>
          </a:p>
        </p:txBody>
      </p:sp>
    </p:spTree>
    <p:extLst>
      <p:ext uri="{BB962C8B-B14F-4D97-AF65-F5344CB8AC3E}">
        <p14:creationId xmlns:p14="http://schemas.microsoft.com/office/powerpoint/2010/main" val="14995871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A2AFC67-0973-EC0D-F14E-710D701B20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96E12C1-3ECA-2EB1-191E-1BB5FE75F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03504"/>
            <a:ext cx="3988849" cy="152704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800" b="1" kern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Summary of Findings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BDDC8B-B2A9-64D1-B5E5-67B1F1AC57FD}"/>
              </a:ext>
            </a:extLst>
          </p:cNvPr>
          <p:cNvSpPr txBox="1"/>
          <p:nvPr/>
        </p:nvSpPr>
        <p:spPr>
          <a:xfrm>
            <a:off x="612648" y="2212848"/>
            <a:ext cx="3553412" cy="38143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simplicity, the results of one model, which is representative of the findings from a full range of statistical analyses, will be presented. </a:t>
            </a:r>
          </a:p>
        </p:txBody>
      </p:sp>
      <p:pic>
        <p:nvPicPr>
          <p:cNvPr id="5" name="Picture 4" descr="People doing yoga">
            <a:extLst>
              <a:ext uri="{FF2B5EF4-FFF2-40B4-BE49-F238E27FC236}">
                <a16:creationId xmlns:a16="http://schemas.microsoft.com/office/drawing/2014/main" id="{8E97E09B-CC83-5363-6041-7E3C7B55A7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599" r="11991" b="-1"/>
          <a:stretch>
            <a:fillRect/>
          </a:stretch>
        </p:blipFill>
        <p:spPr>
          <a:xfrm>
            <a:off x="4752550" y="10"/>
            <a:ext cx="7439450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10818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187574-3D1C-4580-24E1-BD28A01D90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0B98925-0550-1AFB-C1DC-02792400FB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4008904-19C4-B58A-CD4C-03A8F3E3E2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833"/>
            <a:ext cx="12192000" cy="6840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19509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A189C4-32EC-53BE-0D76-D1E8B1E0E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5D3817B-01DA-DCDA-FA18-49D6FF0037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E911D13-9389-9C7F-A39A-FD6AA46ECF7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42671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6BB643-D32E-7573-4469-11B2C8629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169914F-D805-E1B8-C155-41AD17CEE7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4E574F-FB7A-6A08-1EA7-29B1D0329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00074"/>
            <a:ext cx="6035040" cy="152993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Appendix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6B9128-4CBC-39DC-CD99-AB868EA12734}"/>
              </a:ext>
            </a:extLst>
          </p:cNvPr>
          <p:cNvSpPr txBox="1">
            <a:spLocks/>
          </p:cNvSpPr>
          <p:nvPr/>
        </p:nvSpPr>
        <p:spPr>
          <a:xfrm>
            <a:off x="612647" y="2212848"/>
            <a:ext cx="6035041" cy="40965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Diabetes Dataset explored: features, questions and codes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Trello Board for Project Management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Further research</a:t>
            </a:r>
          </a:p>
          <a:p>
            <a:pPr lvl="1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6D5F29-51A2-4614-F143-03309AFBB1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407" r="26407"/>
          <a:stretch/>
        </p:blipFill>
        <p:spPr>
          <a:xfrm>
            <a:off x="7345680" y="10"/>
            <a:ext cx="4846320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6286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7AB356-FEA3-8F65-8F95-6C8101E4A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3DB12D-318B-1248-7A6B-32EECA0437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634" y="390778"/>
            <a:ext cx="10902631" cy="1757505"/>
          </a:xfrm>
        </p:spPr>
        <p:txBody>
          <a:bodyPr/>
          <a:lstStyle/>
          <a:p>
            <a:r>
              <a:rPr lang="en-GB" dirty="0"/>
              <a:t>The dataset contains 22 features, including Diabetes_012 (Target)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B3263B9C-1C94-7976-89DB-87E5EBEBC8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8657059"/>
              </p:ext>
            </p:extLst>
          </p:nvPr>
        </p:nvGraphicFramePr>
        <p:xfrm>
          <a:off x="820396" y="1136076"/>
          <a:ext cx="10631869" cy="506816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38054">
                  <a:extLst>
                    <a:ext uri="{9D8B030D-6E8A-4147-A177-3AD203B41FA5}">
                      <a16:colId xmlns:a16="http://schemas.microsoft.com/office/drawing/2014/main" val="2635994272"/>
                    </a:ext>
                  </a:extLst>
                </a:gridCol>
                <a:gridCol w="1807696">
                  <a:extLst>
                    <a:ext uri="{9D8B030D-6E8A-4147-A177-3AD203B41FA5}">
                      <a16:colId xmlns:a16="http://schemas.microsoft.com/office/drawing/2014/main" val="1222392322"/>
                    </a:ext>
                  </a:extLst>
                </a:gridCol>
                <a:gridCol w="4777099">
                  <a:extLst>
                    <a:ext uri="{9D8B030D-6E8A-4147-A177-3AD203B41FA5}">
                      <a16:colId xmlns:a16="http://schemas.microsoft.com/office/drawing/2014/main" val="1121784234"/>
                    </a:ext>
                  </a:extLst>
                </a:gridCol>
                <a:gridCol w="3009020">
                  <a:extLst>
                    <a:ext uri="{9D8B030D-6E8A-4147-A177-3AD203B41FA5}">
                      <a16:colId xmlns:a16="http://schemas.microsoft.com/office/drawing/2014/main" val="2999083083"/>
                    </a:ext>
                  </a:extLst>
                </a:gridCol>
              </a:tblGrid>
              <a:tr h="410427">
                <a:tc>
                  <a:txBody>
                    <a:bodyPr/>
                    <a:lstStyle/>
                    <a:p>
                      <a:r>
                        <a:rPr lang="en-GB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Codes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9925395"/>
                  </a:ext>
                </a:extLst>
              </a:tr>
              <a:tr h="47957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Target</a:t>
                      </a: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Diabetes_012</a:t>
                      </a: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Have you ever been told by a doctor that you have diabetes?</a:t>
                      </a: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0=no diabetes; 1=prediabetes; 2=diabetes</a:t>
                      </a: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3170056"/>
                  </a:ext>
                </a:extLst>
              </a:tr>
              <a:tr h="610336">
                <a:tc rowSpan="7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Clinical / Physiological</a:t>
                      </a:r>
                    </a:p>
                  </a:txBody>
                  <a:tcPr marL="68580" marR="68580" marT="0" marB="0" vert="vert270" anchor="ctr">
                    <a:solidFill>
                      <a:srgbClr val="FF6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 err="1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GenHlth</a:t>
                      </a: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Would you say that in general your health is…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1= excellent; 2=Very good; 3=Good; 4=Fair; 5= poor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49266041"/>
                  </a:ext>
                </a:extLst>
              </a:tr>
              <a:tr h="610336">
                <a:tc v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BMI 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Calculated from weight and height</a:t>
                      </a: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 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&lt;18.5: Underweight; 18.5-24.8: Normal weight; 25-29.9: Overweight; &gt;=30:Obese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808186794"/>
                  </a:ext>
                </a:extLst>
              </a:tr>
              <a:tr h="610336">
                <a:tc v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 err="1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HighChol</a:t>
                      </a: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  <a:tabLst>
                          <a:tab pos="598170" algn="l"/>
                        </a:tabLst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Have you ever been told by a doctor, nurse, or other health professional that your blood cholesterol is high?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0=no high cholesterol; 1=high cholesterol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433771729"/>
                  </a:ext>
                </a:extLst>
              </a:tr>
              <a:tr h="610336">
                <a:tc v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 err="1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CholCheck</a:t>
                      </a: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Have you had your cholesterol checked within the past five years?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0=no; 1=yes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613301568"/>
                  </a:ext>
                </a:extLst>
              </a:tr>
              <a:tr h="516149">
                <a:tc v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 err="1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HeartDiseaseorAttack</a:t>
                      </a: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Have you ever been told by a doctor, nurse, or other health professional that you had coronary heart disease or a heart attack?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0=no; 1=yes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564243316"/>
                  </a:ext>
                </a:extLst>
              </a:tr>
              <a:tr h="610336">
                <a:tc v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 err="1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HighBP</a:t>
                      </a: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Have you ever been told by a doctor, nurse, or other health professional that you have high blood pressure?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0=no high BP;1=High BP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863723812"/>
                  </a:ext>
                </a:extLst>
              </a:tr>
              <a:tr h="610336">
                <a:tc vMerge="1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vert27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Stroke</a:t>
                      </a:r>
                      <a:endParaRPr lang="en-GB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(Ever told) you had a stroke?</a:t>
                      </a:r>
                      <a:endParaRPr lang="en-GB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0=no; 1=yes</a:t>
                      </a:r>
                      <a:endParaRPr lang="en-GB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7524198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04998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30416-179E-D72B-1934-582F5CB16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B2B586-5AFA-E9FF-4767-B3A3DF3B77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59" y="553616"/>
            <a:ext cx="10902631" cy="1757505"/>
          </a:xfrm>
        </p:spPr>
        <p:txBody>
          <a:bodyPr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Dataset (continued)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B54C7B1-3EFA-D407-4C76-73B4F820E9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1399862"/>
              </p:ext>
            </p:extLst>
          </p:nvPr>
        </p:nvGraphicFramePr>
        <p:xfrm>
          <a:off x="820396" y="1136076"/>
          <a:ext cx="10631869" cy="453737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38054">
                  <a:extLst>
                    <a:ext uri="{9D8B030D-6E8A-4147-A177-3AD203B41FA5}">
                      <a16:colId xmlns:a16="http://schemas.microsoft.com/office/drawing/2014/main" val="2635994272"/>
                    </a:ext>
                  </a:extLst>
                </a:gridCol>
                <a:gridCol w="1807696">
                  <a:extLst>
                    <a:ext uri="{9D8B030D-6E8A-4147-A177-3AD203B41FA5}">
                      <a16:colId xmlns:a16="http://schemas.microsoft.com/office/drawing/2014/main" val="1222392322"/>
                    </a:ext>
                  </a:extLst>
                </a:gridCol>
                <a:gridCol w="4777099">
                  <a:extLst>
                    <a:ext uri="{9D8B030D-6E8A-4147-A177-3AD203B41FA5}">
                      <a16:colId xmlns:a16="http://schemas.microsoft.com/office/drawing/2014/main" val="1121784234"/>
                    </a:ext>
                  </a:extLst>
                </a:gridCol>
                <a:gridCol w="3009020">
                  <a:extLst>
                    <a:ext uri="{9D8B030D-6E8A-4147-A177-3AD203B41FA5}">
                      <a16:colId xmlns:a16="http://schemas.microsoft.com/office/drawing/2014/main" val="2999083083"/>
                    </a:ext>
                  </a:extLst>
                </a:gridCol>
              </a:tblGrid>
              <a:tr h="674303">
                <a:tc>
                  <a:txBody>
                    <a:bodyPr/>
                    <a:lstStyle/>
                    <a:p>
                      <a:r>
                        <a:rPr lang="en-GB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Codes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9925395"/>
                  </a:ext>
                </a:extLst>
              </a:tr>
              <a:tr h="674303">
                <a:tc row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Demographic</a:t>
                      </a:r>
                    </a:p>
                  </a:txBody>
                  <a:tcPr marL="68580" marR="68580" marT="0" marB="0" vert="vert270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Age</a:t>
                      </a:r>
                      <a:endParaRPr lang="en-GB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What is your age?</a:t>
                      </a:r>
                      <a:endParaRPr lang="en-GB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1=18–24 years; 2=25–29 years; 3=30-34 years; 4=35-39 years; 5=40-44 years; 6=45-49 years; 7=50-54 years; 8=55-59 years; 9=60-64 years; 10=65-69 years; 11=70-74 years; 12=75-79 years; 13 = 80+</a:t>
                      </a:r>
                      <a:endParaRPr lang="en-GB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49266041"/>
                  </a:ext>
                </a:extLst>
              </a:tr>
              <a:tr h="674303">
                <a:tc v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Sex</a:t>
                      </a:r>
                      <a:endParaRPr lang="en-GB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Are you male or female?</a:t>
                      </a:r>
                      <a:endParaRPr lang="en-GB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0=female; 1=male</a:t>
                      </a:r>
                      <a:endParaRPr lang="en-GB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808186794"/>
                  </a:ext>
                </a:extLst>
              </a:tr>
              <a:tr h="674303">
                <a:tc rowSpan="3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Functional Health</a:t>
                      </a:r>
                    </a:p>
                  </a:txBody>
                  <a:tcPr marL="68580" marR="68580" marT="0" marB="0" vert="vert270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DiffWalk</a:t>
                      </a:r>
                      <a:endParaRPr lang="en-GB" sz="1200" b="1" kern="10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Do you have serious difficulty walking or climbing stairs?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0=no</a:t>
                      </a:r>
                    </a:p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1=yes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050949755"/>
                  </a:ext>
                </a:extLst>
              </a:tr>
              <a:tr h="674303">
                <a:tc vMerge="1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vert27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PhysHlth</a:t>
                      </a:r>
                      <a:endParaRPr lang="en-GB" sz="1200" b="1" kern="10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Thinking about your physical health, which includes physical illness and injury, for how many days during the past 30 days was your physical health not good?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0-30 days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399644704"/>
                  </a:ext>
                </a:extLst>
              </a:tr>
              <a:tr h="674303">
                <a:tc vMerge="1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vert27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MentHlth</a:t>
                      </a:r>
                      <a:endParaRPr lang="en-GB" sz="1200" b="1" kern="10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Now thinking about your mental health, which includes stress, depression, and problems with emotions, for how many days during the past 30 days was your mental health not good?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0-30 days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5184017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371074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6D7F1-576A-0AD1-4784-34D5A44E7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5C75E5-5BD8-6E91-B0EB-43F0DDB6AA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59" y="553616"/>
            <a:ext cx="10902631" cy="1757505"/>
          </a:xfrm>
        </p:spPr>
        <p:txBody>
          <a:bodyPr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Dataset (continued)</a:t>
            </a:r>
            <a:endParaRPr lang="en-GB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C37F376-38F7-B363-39AF-84FF1BCB35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6029699"/>
              </p:ext>
            </p:extLst>
          </p:nvPr>
        </p:nvGraphicFramePr>
        <p:xfrm>
          <a:off x="820396" y="1136077"/>
          <a:ext cx="10631869" cy="377870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38054">
                  <a:extLst>
                    <a:ext uri="{9D8B030D-6E8A-4147-A177-3AD203B41FA5}">
                      <a16:colId xmlns:a16="http://schemas.microsoft.com/office/drawing/2014/main" val="2635994272"/>
                    </a:ext>
                  </a:extLst>
                </a:gridCol>
                <a:gridCol w="1807696">
                  <a:extLst>
                    <a:ext uri="{9D8B030D-6E8A-4147-A177-3AD203B41FA5}">
                      <a16:colId xmlns:a16="http://schemas.microsoft.com/office/drawing/2014/main" val="1222392322"/>
                    </a:ext>
                  </a:extLst>
                </a:gridCol>
                <a:gridCol w="4777099">
                  <a:extLst>
                    <a:ext uri="{9D8B030D-6E8A-4147-A177-3AD203B41FA5}">
                      <a16:colId xmlns:a16="http://schemas.microsoft.com/office/drawing/2014/main" val="1121784234"/>
                    </a:ext>
                  </a:extLst>
                </a:gridCol>
                <a:gridCol w="3009020">
                  <a:extLst>
                    <a:ext uri="{9D8B030D-6E8A-4147-A177-3AD203B41FA5}">
                      <a16:colId xmlns:a16="http://schemas.microsoft.com/office/drawing/2014/main" val="2999083083"/>
                    </a:ext>
                  </a:extLst>
                </a:gridCol>
              </a:tblGrid>
              <a:tr h="540643">
                <a:tc>
                  <a:txBody>
                    <a:bodyPr/>
                    <a:lstStyle/>
                    <a:p>
                      <a:r>
                        <a:rPr lang="en-GB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Codes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9925395"/>
                  </a:ext>
                </a:extLst>
              </a:tr>
              <a:tr h="540643">
                <a:tc rowSpan="4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Socioeconomic</a:t>
                      </a:r>
                    </a:p>
                  </a:txBody>
                  <a:tcPr marL="68580" marR="68580" marT="0" marB="0" vert="vert27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0" kern="100" dirty="0" err="1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NoDocbcCost</a:t>
                      </a:r>
                      <a:endParaRPr lang="en-GB" sz="1200" b="0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Was there a time in the past 12 months when you needed to see a doctor but could not because of cost?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0=no; 1=yes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49266041"/>
                  </a:ext>
                </a:extLst>
              </a:tr>
              <a:tr h="540643">
                <a:tc v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0" kern="100" dirty="0" err="1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AnyHealthcare</a:t>
                      </a:r>
                      <a:endParaRPr lang="en-GB" sz="1200" b="0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 you have any kind of health care coverage, including health insurance, prepaid plans such as HMOs, or government plans such as Medicare or Medicaid?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0=no; 1=yes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808186794"/>
                  </a:ext>
                </a:extLst>
              </a:tr>
              <a:tr h="1228148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Education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What is the highest grade or year of school you completed?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1= never attended school or only kindergarten; 2=Grades 1-8 (elementary); 3=Grades 9-11(some high school); 4=Grade 12 or GED(high school graduate); 5=College 1–3 years (some college or technical school); 6=College 4+ years (college graduate)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150479055"/>
                  </a:ext>
                </a:extLst>
              </a:tr>
              <a:tr h="696302">
                <a:tc vMerge="1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vert27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Income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Is your annual household income from all sources…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1=&lt; $10k; 2=$10k-$14.99k; 3=$15k-£19.99k; 4=$20k-$24.99k; 5=$25k=$34.99k; 6=$35k-$49.99k; 7=$50k-£74.99k; 8=≥ $75k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6855317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7007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5320AD-6A74-FCD3-4879-748D16DC58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02B71-B8BF-BE2B-A6BF-5A2F44975E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59" y="553616"/>
            <a:ext cx="10902631" cy="1757505"/>
          </a:xfrm>
        </p:spPr>
        <p:txBody>
          <a:bodyPr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Dataset (continued)</a:t>
            </a:r>
            <a:endParaRPr lang="en-GB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B7295FC-3865-C284-FE06-044424CF31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2588191"/>
              </p:ext>
            </p:extLst>
          </p:nvPr>
        </p:nvGraphicFramePr>
        <p:xfrm>
          <a:off x="820396" y="1136076"/>
          <a:ext cx="10631869" cy="413772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38054">
                  <a:extLst>
                    <a:ext uri="{9D8B030D-6E8A-4147-A177-3AD203B41FA5}">
                      <a16:colId xmlns:a16="http://schemas.microsoft.com/office/drawing/2014/main" val="2635994272"/>
                    </a:ext>
                  </a:extLst>
                </a:gridCol>
                <a:gridCol w="1807696">
                  <a:extLst>
                    <a:ext uri="{9D8B030D-6E8A-4147-A177-3AD203B41FA5}">
                      <a16:colId xmlns:a16="http://schemas.microsoft.com/office/drawing/2014/main" val="1222392322"/>
                    </a:ext>
                  </a:extLst>
                </a:gridCol>
                <a:gridCol w="4777099">
                  <a:extLst>
                    <a:ext uri="{9D8B030D-6E8A-4147-A177-3AD203B41FA5}">
                      <a16:colId xmlns:a16="http://schemas.microsoft.com/office/drawing/2014/main" val="1121784234"/>
                    </a:ext>
                  </a:extLst>
                </a:gridCol>
                <a:gridCol w="3009020">
                  <a:extLst>
                    <a:ext uri="{9D8B030D-6E8A-4147-A177-3AD203B41FA5}">
                      <a16:colId xmlns:a16="http://schemas.microsoft.com/office/drawing/2014/main" val="2999083083"/>
                    </a:ext>
                  </a:extLst>
                </a:gridCol>
              </a:tblGrid>
              <a:tr h="674303">
                <a:tc>
                  <a:txBody>
                    <a:bodyPr/>
                    <a:lstStyle/>
                    <a:p>
                      <a:r>
                        <a:rPr lang="en-GB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Codes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9925395"/>
                  </a:ext>
                </a:extLst>
              </a:tr>
              <a:tr h="674303">
                <a:tc rowSpan="5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Lifestyle</a:t>
                      </a:r>
                    </a:p>
                  </a:txBody>
                  <a:tcPr marL="68580" marR="68580" marT="0" marB="0" vert="vert27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Smoker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Have you smoked at least 10 cigarettes in your entire life? (Note 5 packs=1—cigarettes)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0=no; 1=yes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49266041"/>
                  </a:ext>
                </a:extLst>
              </a:tr>
              <a:tr h="674303">
                <a:tc v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 err="1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HvyAlcholConsump</a:t>
                      </a: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During the past 30 days, how many drinks of alcohol did you have on average per week?</a:t>
                      </a: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Heavy drinkers (adult men having more than 14 drinks per week and adult women having more than 7 drinks per week)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0=no; 1=yes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433771729"/>
                  </a:ext>
                </a:extLst>
              </a:tr>
              <a:tr h="674303">
                <a:tc v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Fruits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 you eat fruit at least once per day?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0=no; 1=yes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613301568"/>
                  </a:ext>
                </a:extLst>
              </a:tr>
              <a:tr h="570244">
                <a:tc v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Veggies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 you eat vegetables at least once per day?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 </a:t>
                      </a:r>
                      <a:r>
                        <a:rPr lang="en-GB" sz="12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=no; 1</a:t>
                      </a: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=yes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564243316"/>
                  </a:ext>
                </a:extLst>
              </a:tr>
              <a:tr h="674303">
                <a:tc v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 err="1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PhysActivity</a:t>
                      </a: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During the past month, other than your regular job, did you participate in any physical activities or exercises such as running, calisthenics, golf, gardening, or walking for exercise?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0=no; 1=yes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8637238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880044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266C25-9F82-0666-1774-6FAF54F17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0E9C53-393F-4D83-4F88-6536DAA58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59" y="553616"/>
            <a:ext cx="10902631" cy="1757505"/>
          </a:xfrm>
        </p:spPr>
        <p:txBody>
          <a:bodyPr/>
          <a:lstStyle/>
          <a:p>
            <a:r>
              <a:rPr lang="en-GB"/>
              <a:t>Trello Board</a:t>
            </a: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6397CCB-4826-AC0B-DE29-A8038BDB9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74636"/>
            <a:ext cx="12192000" cy="4708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8168177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994</TotalTime>
  <Words>1198</Words>
  <Application>Microsoft Office PowerPoint</Application>
  <PresentationFormat>Widescreen</PresentationFormat>
  <Paragraphs>150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Arial</vt:lpstr>
      <vt:lpstr>Neue Haas Grotesk Text Pro</vt:lpstr>
      <vt:lpstr>VanillaVTI</vt:lpstr>
      <vt:lpstr>Identifying the most Influential Predictors of Diabetes Risk</vt:lpstr>
      <vt:lpstr>Contents</vt:lpstr>
      <vt:lpstr>Key Research Question: </vt:lpstr>
      <vt:lpstr>Rationale for Choosing This Research </vt:lpstr>
      <vt:lpstr>Diabetes Health Indicators Dataset</vt:lpstr>
      <vt:lpstr>Conclusions and Recommendations</vt:lpstr>
      <vt:lpstr>Summary of Findings</vt:lpstr>
      <vt:lpstr>PowerPoint Presentation</vt:lpstr>
      <vt:lpstr>PowerPoint Presentation</vt:lpstr>
      <vt:lpstr>Appendix</vt:lpstr>
      <vt:lpstr>The dataset contains 22 features, including Diabetes_012 (Target)</vt:lpstr>
      <vt:lpstr>Dataset (continued)</vt:lpstr>
      <vt:lpstr>Dataset (continued)</vt:lpstr>
      <vt:lpstr>Dataset (continued)</vt:lpstr>
      <vt:lpstr>Trello Board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Teresa McGarry</dc:creator>
  <cp:lastModifiedBy>Teresa McGarry</cp:lastModifiedBy>
  <cp:revision>1</cp:revision>
  <dcterms:created xsi:type="dcterms:W3CDTF">2026-01-16T08:40:00Z</dcterms:created>
  <dcterms:modified xsi:type="dcterms:W3CDTF">2026-01-20T19:08:53Z</dcterms:modified>
</cp:coreProperties>
</file>