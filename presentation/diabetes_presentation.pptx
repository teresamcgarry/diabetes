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1"/>
  </p:notesMasterIdLst>
  <p:sldIdLst>
    <p:sldId id="256" r:id="rId2"/>
    <p:sldId id="291" r:id="rId3"/>
    <p:sldId id="280" r:id="rId4"/>
    <p:sldId id="265" r:id="rId5"/>
    <p:sldId id="264" r:id="rId6"/>
    <p:sldId id="277" r:id="rId7"/>
    <p:sldId id="263" r:id="rId8"/>
    <p:sldId id="283" r:id="rId9"/>
    <p:sldId id="285" r:id="rId10"/>
    <p:sldId id="287" r:id="rId11"/>
    <p:sldId id="286" r:id="rId12"/>
    <p:sldId id="290" r:id="rId13"/>
    <p:sldId id="292" r:id="rId14"/>
    <p:sldId id="293" r:id="rId15"/>
    <p:sldId id="274" r:id="rId16"/>
    <p:sldId id="271" r:id="rId17"/>
    <p:sldId id="275" r:id="rId18"/>
    <p:sldId id="276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CE1DD-C90D-4B62-A855-37E23A63ADF6}" v="40" dt="2026-01-22T16:53:55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sa McGarry" userId="8421fe9734d2ab63" providerId="LiveId" clId="{671C1C00-6090-4ECF-A5E1-F184CA4224DA}"/>
    <pc:docChg chg="undo custSel addSld delSld modSld sldOrd">
      <pc:chgData name="Teresa McGarry" userId="8421fe9734d2ab63" providerId="LiveId" clId="{671C1C00-6090-4ECF-A5E1-F184CA4224DA}" dt="2026-01-22T16:56:46.561" v="7224" actId="14100"/>
      <pc:docMkLst>
        <pc:docMk/>
      </pc:docMkLst>
      <pc:sldChg chg="addSp delSp modSp mod">
        <pc:chgData name="Teresa McGarry" userId="8421fe9734d2ab63" providerId="LiveId" clId="{671C1C00-6090-4ECF-A5E1-F184CA4224DA}" dt="2026-01-22T16:14:26.181" v="5566" actId="20577"/>
        <pc:sldMkLst>
          <pc:docMk/>
          <pc:sldMk cId="1123576693" sldId="256"/>
        </pc:sldMkLst>
        <pc:spChg chg="mod">
          <ac:chgData name="Teresa McGarry" userId="8421fe9734d2ab63" providerId="LiveId" clId="{671C1C00-6090-4ECF-A5E1-F184CA4224DA}" dt="2026-01-22T16:14:26.181" v="5566" actId="20577"/>
          <ac:spMkLst>
            <pc:docMk/>
            <pc:sldMk cId="1123576693" sldId="256"/>
            <ac:spMk id="2" creationId="{7D83E142-6541-04E0-5A3B-5F95958E05B2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123576693" sldId="256"/>
            <ac:spMk id="51" creationId="{0EECA69B-4C2A-7F31-8019-E90DB3BD49CB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123576693" sldId="256"/>
            <ac:spMk id="56" creationId="{495DEB6A-976D-98B6-8875-F4C240958B3E}"/>
          </ac:spMkLst>
        </pc:spChg>
        <pc:picChg chg="mod">
          <ac:chgData name="Teresa McGarry" userId="8421fe9734d2ab63" providerId="LiveId" clId="{671C1C00-6090-4ECF-A5E1-F184CA4224DA}" dt="2026-01-16T18:06:15.525" v="47" actId="14826"/>
          <ac:picMkLst>
            <pc:docMk/>
            <pc:sldMk cId="1123576693" sldId="256"/>
            <ac:picMk id="46" creationId="{FECB6F1F-50EE-05C4-D13C-1D6B864778EC}"/>
          </ac:picMkLst>
        </pc:picChg>
      </pc:sldChg>
      <pc:sldChg chg="addSp modSp new mod ord setBg">
        <pc:chgData name="Teresa McGarry" userId="8421fe9734d2ab63" providerId="LiveId" clId="{671C1C00-6090-4ECF-A5E1-F184CA4224DA}" dt="2026-01-22T16:37:28.159" v="6826" actId="22"/>
        <pc:sldMkLst>
          <pc:docMk/>
          <pc:sldMk cId="1382357335" sldId="263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382357335" sldId="263"/>
            <ac:spMk id="2" creationId="{B34AB11F-F914-1008-B495-20047CD63264}"/>
          </ac:spMkLst>
        </pc:spChg>
        <pc:spChg chg="add mod">
          <ac:chgData name="Teresa McGarry" userId="8421fe9734d2ab63" providerId="LiveId" clId="{671C1C00-6090-4ECF-A5E1-F184CA4224DA}" dt="2026-01-22T16:33:07.076" v="6813" actId="27636"/>
          <ac:spMkLst>
            <pc:docMk/>
            <pc:sldMk cId="1382357335" sldId="263"/>
            <ac:spMk id="3" creationId="{1FA394C7-F087-36DD-FA92-0C7EE06220DC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382357335" sldId="263"/>
            <ac:spMk id="9" creationId="{2961259D-605E-E200-FF9F-7C8C71D7C8E4}"/>
          </ac:spMkLst>
        </pc:spChg>
        <pc:picChg chg="add mod">
          <ac:chgData name="Teresa McGarry" userId="8421fe9734d2ab63" providerId="LiveId" clId="{671C1C00-6090-4ECF-A5E1-F184CA4224DA}" dt="2026-01-16T18:07:37.644" v="80" actId="14826"/>
          <ac:picMkLst>
            <pc:docMk/>
            <pc:sldMk cId="1382357335" sldId="263"/>
            <ac:picMk id="5" creationId="{44FE26A7-C200-2FD2-655A-56AD8498F82D}"/>
          </ac:picMkLst>
        </pc:picChg>
        <pc:picChg chg="add mod">
          <ac:chgData name="Teresa McGarry" userId="8421fe9734d2ab63" providerId="LiveId" clId="{671C1C00-6090-4ECF-A5E1-F184CA4224DA}" dt="2026-01-22T16:34:27.425" v="6816" actId="14100"/>
          <ac:picMkLst>
            <pc:docMk/>
            <pc:sldMk cId="1382357335" sldId="263"/>
            <ac:picMk id="6" creationId="{A5AC5441-C1CF-F086-0A7C-4C4BD0788846}"/>
          </ac:picMkLst>
        </pc:picChg>
        <pc:picChg chg="add">
          <ac:chgData name="Teresa McGarry" userId="8421fe9734d2ab63" providerId="LiveId" clId="{671C1C00-6090-4ECF-A5E1-F184CA4224DA}" dt="2026-01-22T16:37:28.159" v="6826" actId="22"/>
          <ac:picMkLst>
            <pc:docMk/>
            <pc:sldMk cId="1382357335" sldId="263"/>
            <ac:picMk id="8" creationId="{3757AED5-BB55-0234-4379-B85736EA6F82}"/>
          </ac:picMkLst>
        </pc:picChg>
      </pc:sldChg>
      <pc:sldChg chg="addSp delSp modSp new add del mod setBg setClrOvrMap">
        <pc:chgData name="Teresa McGarry" userId="8421fe9734d2ab63" providerId="LiveId" clId="{671C1C00-6090-4ECF-A5E1-F184CA4224DA}" dt="2026-01-22T16:56:15.445" v="7221" actId="1076"/>
        <pc:sldMkLst>
          <pc:docMk/>
          <pc:sldMk cId="1259308984" sldId="264"/>
        </pc:sldMkLst>
        <pc:spChg chg="mod">
          <ac:chgData name="Teresa McGarry" userId="8421fe9734d2ab63" providerId="LiveId" clId="{671C1C00-6090-4ECF-A5E1-F184CA4224DA}" dt="2026-01-22T16:56:15.445" v="7221" actId="1076"/>
          <ac:spMkLst>
            <pc:docMk/>
            <pc:sldMk cId="1259308984" sldId="264"/>
            <ac:spMk id="2" creationId="{962EC15C-D58A-42F4-13DA-5940D78B4713}"/>
          </ac:spMkLst>
        </pc:spChg>
        <pc:spChg chg="add mod topLvl">
          <ac:chgData name="Teresa McGarry" userId="8421fe9734d2ab63" providerId="LiveId" clId="{671C1C00-6090-4ECF-A5E1-F184CA4224DA}" dt="2026-01-22T16:52:34.663" v="7209" actId="14100"/>
          <ac:spMkLst>
            <pc:docMk/>
            <pc:sldMk cId="1259308984" sldId="264"/>
            <ac:spMk id="3" creationId="{35257943-BD3A-7B33-1984-DD081C427702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259308984" sldId="264"/>
            <ac:spMk id="17" creationId="{13E4C953-3FFF-2F8A-83D4-33EF5FCEB558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259308984" sldId="264"/>
            <ac:spMk id="27" creationId="{BA2AFC67-0973-EC0D-F14E-710D701B20BD}"/>
          </ac:spMkLst>
        </pc:spChg>
        <pc:grpChg chg="add mod">
          <ac:chgData name="Teresa McGarry" userId="8421fe9734d2ab63" providerId="LiveId" clId="{671C1C00-6090-4ECF-A5E1-F184CA4224DA}" dt="2026-01-19T08:55:32.464" v="1906" actId="164"/>
          <ac:grpSpMkLst>
            <pc:docMk/>
            <pc:sldMk cId="1259308984" sldId="264"/>
            <ac:grpSpMk id="6" creationId="{BEC6EF66-8C6C-F568-FDAE-FC90233BAD0A}"/>
          </ac:grpSpMkLst>
        </pc:grpChg>
        <pc:picChg chg="add mod">
          <ac:chgData name="Teresa McGarry" userId="8421fe9734d2ab63" providerId="LiveId" clId="{671C1C00-6090-4ECF-A5E1-F184CA4224DA}" dt="2026-01-19T08:55:32.464" v="1906" actId="164"/>
          <ac:picMkLst>
            <pc:docMk/>
            <pc:sldMk cId="1259308984" sldId="264"/>
            <ac:picMk id="5" creationId="{64DF63AD-8F92-0AF2-AB0E-9F4D8A33D9B2}"/>
          </ac:picMkLst>
        </pc:picChg>
        <pc:picChg chg="add mod ord modCrop">
          <ac:chgData name="Teresa McGarry" userId="8421fe9734d2ab63" providerId="LiveId" clId="{671C1C00-6090-4ECF-A5E1-F184CA4224DA}" dt="2026-01-19T10:09:54.689" v="2463" actId="14100"/>
          <ac:picMkLst>
            <pc:docMk/>
            <pc:sldMk cId="1259308984" sldId="264"/>
            <ac:picMk id="15" creationId="{DC838538-E287-E71E-00A3-C23F5045AE99}"/>
          </ac:picMkLst>
        </pc:picChg>
      </pc:sldChg>
      <pc:sldChg chg="addSp delSp modSp new mod ord setBg">
        <pc:chgData name="Teresa McGarry" userId="8421fe9734d2ab63" providerId="LiveId" clId="{671C1C00-6090-4ECF-A5E1-F184CA4224DA}" dt="2026-01-21T14:12:24.482" v="4913" actId="790"/>
        <pc:sldMkLst>
          <pc:docMk/>
          <pc:sldMk cId="144578168" sldId="265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44578168" sldId="265"/>
            <ac:spMk id="2" creationId="{B9FBAD08-7A38-3D41-0620-F30AFC92E8C6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44578168" sldId="265"/>
            <ac:spMk id="3" creationId="{3214CD0B-A477-0521-CAE5-B373A9758285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44578168" sldId="265"/>
            <ac:spMk id="14" creationId="{2961259D-605E-E200-FF9F-7C8C71D7C8E4}"/>
          </ac:spMkLst>
        </pc:spChg>
        <pc:picChg chg="add mod">
          <ac:chgData name="Teresa McGarry" userId="8421fe9734d2ab63" providerId="LiveId" clId="{671C1C00-6090-4ECF-A5E1-F184CA4224DA}" dt="2026-01-18T18:53:17.138" v="946" actId="26606"/>
          <ac:picMkLst>
            <pc:docMk/>
            <pc:sldMk cId="144578168" sldId="265"/>
            <ac:picMk id="6" creationId="{0ABA8691-798F-112C-3744-180486120463}"/>
          </ac:picMkLst>
        </pc:picChg>
      </pc:sldChg>
      <pc:sldChg chg="addSp delSp modSp add del mod ord setBg addAnim delAnim">
        <pc:chgData name="Teresa McGarry" userId="8421fe9734d2ab63" providerId="LiveId" clId="{671C1C00-6090-4ECF-A5E1-F184CA4224DA}" dt="2026-01-22T16:37:58.761" v="6827" actId="47"/>
        <pc:sldMkLst>
          <pc:docMk/>
          <pc:sldMk cId="2751950928" sldId="267"/>
        </pc:sldMkLst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2751950928" sldId="267"/>
            <ac:spMk id="9" creationId="{80B98925-0550-1AFB-C1DC-02792400FB71}"/>
          </ac:spMkLst>
        </pc:spChg>
        <pc:picChg chg="add">
          <ac:chgData name="Teresa McGarry" userId="8421fe9734d2ab63" providerId="LiveId" clId="{671C1C00-6090-4ECF-A5E1-F184CA4224DA}" dt="2026-01-22T16:35:07.640" v="6819" actId="22"/>
          <ac:picMkLst>
            <pc:docMk/>
            <pc:sldMk cId="2751950928" sldId="267"/>
            <ac:picMk id="3" creationId="{0B5CCB0A-ED11-98F0-F2B3-70393C054268}"/>
          </ac:picMkLst>
        </pc:picChg>
        <pc:picChg chg="add del">
          <ac:chgData name="Teresa McGarry" userId="8421fe9734d2ab63" providerId="LiveId" clId="{671C1C00-6090-4ECF-A5E1-F184CA4224DA}" dt="2026-01-22T16:08:03.330" v="5548" actId="478"/>
          <ac:picMkLst>
            <pc:docMk/>
            <pc:sldMk cId="2751950928" sldId="267"/>
            <ac:picMk id="8" creationId="{14008904-19C4-B58A-CD4C-03A8F3E3E27F}"/>
          </ac:picMkLst>
        </pc:picChg>
      </pc:sldChg>
      <pc:sldChg chg="addSp delSp modSp add del mod ord setBg">
        <pc:chgData name="Teresa McGarry" userId="8421fe9734d2ab63" providerId="LiveId" clId="{671C1C00-6090-4ECF-A5E1-F184CA4224DA}" dt="2026-01-22T16:08:07.801" v="5549" actId="47"/>
        <pc:sldMkLst>
          <pc:docMk/>
          <pc:sldMk cId="1754267123" sldId="268"/>
        </pc:sldMkLst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1754267123" sldId="268"/>
            <ac:spMk id="12" creationId="{35D3817B-01DA-DCDA-FA18-49D6FF003762}"/>
          </ac:spMkLst>
        </pc:spChg>
      </pc:sldChg>
      <pc:sldChg chg="modSp add mod ord">
        <pc:chgData name="Teresa McGarry" userId="8421fe9734d2ab63" providerId="LiveId" clId="{671C1C00-6090-4ECF-A5E1-F184CA4224DA}" dt="2026-01-21T14:12:24.482" v="4913" actId="790"/>
        <pc:sldMkLst>
          <pc:docMk/>
          <pc:sldMk cId="437107470" sldId="271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437107470" sldId="271"/>
            <ac:spMk id="2" creationId="{2AB2B586-5AFA-E9FF-4767-B3A3DF3B77B6}"/>
          </ac:spMkLst>
        </pc:spChg>
        <pc:graphicFrameChg chg="mod modGraphic">
          <ac:chgData name="Teresa McGarry" userId="8421fe9734d2ab63" providerId="LiveId" clId="{671C1C00-6090-4ECF-A5E1-F184CA4224DA}" dt="2026-01-21T14:12:24.482" v="4913" actId="790"/>
          <ac:graphicFrameMkLst>
            <pc:docMk/>
            <pc:sldMk cId="437107470" sldId="271"/>
            <ac:graphicFrameMk id="8" creationId="{FB54C7B1-3EFA-D407-4C76-73B4F820E903}"/>
          </ac:graphicFrameMkLst>
        </pc:graphicFrameChg>
      </pc:sldChg>
      <pc:sldChg chg="modSp add mod ord">
        <pc:chgData name="Teresa McGarry" userId="8421fe9734d2ab63" providerId="LiveId" clId="{671C1C00-6090-4ECF-A5E1-F184CA4224DA}" dt="2026-01-21T14:12:24.482" v="4913" actId="790"/>
        <pc:sldMkLst>
          <pc:docMk/>
          <pc:sldMk cId="180499834" sldId="274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80499834" sldId="274"/>
            <ac:spMk id="2" creationId="{3F3DB12D-318B-1248-7A6B-32EECA0437CF}"/>
          </ac:spMkLst>
        </pc:spChg>
        <pc:graphicFrameChg chg="mod modGraphic">
          <ac:chgData name="Teresa McGarry" userId="8421fe9734d2ab63" providerId="LiveId" clId="{671C1C00-6090-4ECF-A5E1-F184CA4224DA}" dt="2026-01-21T14:12:24.482" v="4913" actId="790"/>
          <ac:graphicFrameMkLst>
            <pc:docMk/>
            <pc:sldMk cId="180499834" sldId="274"/>
            <ac:graphicFrameMk id="8" creationId="{B3263B9C-1C94-7976-89DB-87E5EBEBC85A}"/>
          </ac:graphicFrameMkLst>
        </pc:graphicFrameChg>
      </pc:sldChg>
      <pc:sldChg chg="modSp add mod">
        <pc:chgData name="Teresa McGarry" userId="8421fe9734d2ab63" providerId="LiveId" clId="{671C1C00-6090-4ECF-A5E1-F184CA4224DA}" dt="2026-01-21T14:12:24.482" v="4913" actId="790"/>
        <pc:sldMkLst>
          <pc:docMk/>
          <pc:sldMk cId="318700713" sldId="275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318700713" sldId="275"/>
            <ac:spMk id="2" creationId="{765C75E5-5BD8-6E91-B0EB-43F0DDB6AA26}"/>
          </ac:spMkLst>
        </pc:spChg>
        <pc:graphicFrameChg chg="mod modGraphic">
          <ac:chgData name="Teresa McGarry" userId="8421fe9734d2ab63" providerId="LiveId" clId="{671C1C00-6090-4ECF-A5E1-F184CA4224DA}" dt="2026-01-21T14:12:24.482" v="4913" actId="790"/>
          <ac:graphicFrameMkLst>
            <pc:docMk/>
            <pc:sldMk cId="318700713" sldId="275"/>
            <ac:graphicFrameMk id="8" creationId="{5C37F376-38F7-B363-39AF-84FF1BCB3538}"/>
          </ac:graphicFrameMkLst>
        </pc:graphicFrameChg>
      </pc:sldChg>
      <pc:sldChg chg="modSp add del mod ord">
        <pc:chgData name="Teresa McGarry" userId="8421fe9734d2ab63" providerId="LiveId" clId="{671C1C00-6090-4ECF-A5E1-F184CA4224DA}" dt="2026-01-21T14:12:24.482" v="4913" actId="790"/>
        <pc:sldMkLst>
          <pc:docMk/>
          <pc:sldMk cId="2388004443" sldId="276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2388004443" sldId="276"/>
            <ac:spMk id="2" creationId="{8F202B71-B8BF-BE2B-A6BF-5A2F44975ECC}"/>
          </ac:spMkLst>
        </pc:spChg>
        <pc:graphicFrameChg chg="mod modGraphic">
          <ac:chgData name="Teresa McGarry" userId="8421fe9734d2ab63" providerId="LiveId" clId="{671C1C00-6090-4ECF-A5E1-F184CA4224DA}" dt="2026-01-21T14:12:24.482" v="4913" actId="790"/>
          <ac:graphicFrameMkLst>
            <pc:docMk/>
            <pc:sldMk cId="2388004443" sldId="276"/>
            <ac:graphicFrameMk id="8" creationId="{7B7295FC-3865-C284-FE06-044424CF3104}"/>
          </ac:graphicFrameMkLst>
        </pc:graphicFrameChg>
      </pc:sldChg>
      <pc:sldChg chg="modSp add mod ord">
        <pc:chgData name="Teresa McGarry" userId="8421fe9734d2ab63" providerId="LiveId" clId="{671C1C00-6090-4ECF-A5E1-F184CA4224DA}" dt="2026-01-22T16:48:41.790" v="7169" actId="1076"/>
        <pc:sldMkLst>
          <pc:docMk/>
          <pc:sldMk cId="3126628641" sldId="277"/>
        </pc:sldMkLst>
        <pc:spChg chg="mod">
          <ac:chgData name="Teresa McGarry" userId="8421fe9734d2ab63" providerId="LiveId" clId="{671C1C00-6090-4ECF-A5E1-F184CA4224DA}" dt="2026-01-22T16:48:41.790" v="7169" actId="1076"/>
          <ac:spMkLst>
            <pc:docMk/>
            <pc:sldMk cId="3126628641" sldId="277"/>
            <ac:spMk id="2" creationId="{574E574F-FB7A-6A08-1EA7-29B1D0329A19}"/>
          </ac:spMkLst>
        </pc:spChg>
        <pc:spChg chg="mod">
          <ac:chgData name="Teresa McGarry" userId="8421fe9734d2ab63" providerId="LiveId" clId="{671C1C00-6090-4ECF-A5E1-F184CA4224DA}" dt="2026-01-22T16:46:46.602" v="7089" actId="1076"/>
          <ac:spMkLst>
            <pc:docMk/>
            <pc:sldMk cId="3126628641" sldId="277"/>
            <ac:spMk id="3" creationId="{D46B9128-4CBC-39DC-CD99-AB868EA12734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3126628641" sldId="277"/>
            <ac:spMk id="9" creationId="{9169914F-D805-E1B8-C155-41AD17CEE78D}"/>
          </ac:spMkLst>
        </pc:spChg>
      </pc:sldChg>
      <pc:sldChg chg="addSp delSp modSp add mod setBg addAnim delAnim">
        <pc:chgData name="Teresa McGarry" userId="8421fe9734d2ab63" providerId="LiveId" clId="{671C1C00-6090-4ECF-A5E1-F184CA4224DA}" dt="2026-01-22T09:42:58.749" v="5523" actId="2711"/>
        <pc:sldMkLst>
          <pc:docMk/>
          <pc:sldMk cId="468168177" sldId="279"/>
        </pc:sldMkLst>
        <pc:spChg chg="mod">
          <ac:chgData name="Teresa McGarry" userId="8421fe9734d2ab63" providerId="LiveId" clId="{671C1C00-6090-4ECF-A5E1-F184CA4224DA}" dt="2026-01-22T09:42:58.749" v="5523" actId="2711"/>
          <ac:spMkLst>
            <pc:docMk/>
            <pc:sldMk cId="468168177" sldId="279"/>
            <ac:spMk id="2" creationId="{320E9C53-393F-4D83-4F88-6536DAA5846C}"/>
          </ac:spMkLst>
        </pc:spChg>
        <pc:picChg chg="add mod">
          <ac:chgData name="Teresa McGarry" userId="8421fe9734d2ab63" providerId="LiveId" clId="{671C1C00-6090-4ECF-A5E1-F184CA4224DA}" dt="2026-01-20T18:44:00.963" v="3994" actId="26606"/>
          <ac:picMkLst>
            <pc:docMk/>
            <pc:sldMk cId="468168177" sldId="279"/>
            <ac:picMk id="4" creationId="{A6397CCB-4826-AC0B-DE29-A8038BDB98E5}"/>
          </ac:picMkLst>
        </pc:picChg>
      </pc:sldChg>
      <pc:sldChg chg="addSp delSp modSp add mod ord">
        <pc:chgData name="Teresa McGarry" userId="8421fe9734d2ab63" providerId="LiveId" clId="{671C1C00-6090-4ECF-A5E1-F184CA4224DA}" dt="2026-01-22T16:14:45.947" v="5569" actId="20578"/>
        <pc:sldMkLst>
          <pc:docMk/>
          <pc:sldMk cId="4269987429" sldId="280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4269987429" sldId="280"/>
            <ac:spMk id="2" creationId="{FA207F35-980B-8D74-C75F-337A00412135}"/>
          </ac:spMkLst>
        </pc:spChg>
        <pc:spChg chg="mod">
          <ac:chgData name="Teresa McGarry" userId="8421fe9734d2ab63" providerId="LiveId" clId="{671C1C00-6090-4ECF-A5E1-F184CA4224DA}" dt="2026-01-22T16:14:45.947" v="5569" actId="20578"/>
          <ac:spMkLst>
            <pc:docMk/>
            <pc:sldMk cId="4269987429" sldId="280"/>
            <ac:spMk id="3" creationId="{712C4897-2F69-B49D-D5B2-0C551B27457A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4269987429" sldId="280"/>
            <ac:spMk id="7" creationId="{98441768-9AA7-9E5F-6F69-875118773C0E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4269987429" sldId="280"/>
            <ac:spMk id="14" creationId="{E196E7DD-E673-B344-C1BB-183DD67BA906}"/>
          </ac:spMkLst>
        </pc:spChg>
        <pc:picChg chg="add mod modCrop">
          <ac:chgData name="Teresa McGarry" userId="8421fe9734d2ab63" providerId="LiveId" clId="{671C1C00-6090-4ECF-A5E1-F184CA4224DA}" dt="2026-01-20T18:24:58.922" v="2653" actId="14100"/>
          <ac:picMkLst>
            <pc:docMk/>
            <pc:sldMk cId="4269987429" sldId="280"/>
            <ac:picMk id="9" creationId="{AD837EB0-CA21-ABEB-B029-28377F895395}"/>
          </ac:picMkLst>
        </pc:picChg>
      </pc:sldChg>
      <pc:sldChg chg="addSp delSp modSp new del mod">
        <pc:chgData name="Teresa McGarry" userId="8421fe9734d2ab63" providerId="LiveId" clId="{671C1C00-6090-4ECF-A5E1-F184CA4224DA}" dt="2026-01-22T16:32:57.504" v="6804" actId="47"/>
        <pc:sldMkLst>
          <pc:docMk/>
          <pc:sldMk cId="1499587187" sldId="282"/>
        </pc:sldMkLst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499587187" sldId="282"/>
            <ac:spMk id="2" creationId="{F65EA642-A72F-221D-C3EA-7EEF080516C6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499587187" sldId="282"/>
            <ac:spMk id="3" creationId="{0D3D02C9-F7DD-5B1B-3A0E-9CD1956B7BD9}"/>
          </ac:spMkLst>
        </pc:spChg>
        <pc:spChg chg="add del mod">
          <ac:chgData name="Teresa McGarry" userId="8421fe9734d2ab63" providerId="LiveId" clId="{671C1C00-6090-4ECF-A5E1-F184CA4224DA}" dt="2026-01-21T14:12:24.482" v="4913" actId="790"/>
          <ac:spMkLst>
            <pc:docMk/>
            <pc:sldMk cId="1499587187" sldId="282"/>
            <ac:spMk id="4" creationId="{49EBE14A-3DF5-1043-511C-A4E2BC335BCF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499587187" sldId="282"/>
            <ac:spMk id="5" creationId="{A5E36C9C-9FA8-E481-F2FA-8D03C9E538E4}"/>
          </ac:spMkLst>
        </pc:spChg>
        <pc:spChg chg="mod">
          <ac:chgData name="Teresa McGarry" userId="8421fe9734d2ab63" providerId="LiveId" clId="{671C1C00-6090-4ECF-A5E1-F184CA4224DA}" dt="2026-01-21T14:12:24.482" v="4913" actId="790"/>
          <ac:spMkLst>
            <pc:docMk/>
            <pc:sldMk cId="1499587187" sldId="282"/>
            <ac:spMk id="6" creationId="{7BD9E1FE-E418-F49B-B41E-9CCE9E9F049A}"/>
          </ac:spMkLst>
        </pc:spChg>
      </pc:sldChg>
      <pc:sldChg chg="addSp modSp new mod ord setBg">
        <pc:chgData name="Teresa McGarry" userId="8421fe9734d2ab63" providerId="LiveId" clId="{671C1C00-6090-4ECF-A5E1-F184CA4224DA}" dt="2026-01-22T16:38:11.815" v="6830"/>
        <pc:sldMkLst>
          <pc:docMk/>
          <pc:sldMk cId="3951081825" sldId="283"/>
        </pc:sldMkLst>
        <pc:spChg chg="mod">
          <ac:chgData name="Teresa McGarry" userId="8421fe9734d2ab63" providerId="LiveId" clId="{671C1C00-6090-4ECF-A5E1-F184CA4224DA}" dt="2026-01-22T16:20:00.731" v="5621" actId="20577"/>
          <ac:spMkLst>
            <pc:docMk/>
            <pc:sldMk cId="3951081825" sldId="283"/>
            <ac:spMk id="2" creationId="{896E12C1-3ECA-2EB1-191E-1BB5FE75FF44}"/>
          </ac:spMkLst>
        </pc:spChg>
        <pc:spChg chg="add mod">
          <ac:chgData name="Teresa McGarry" userId="8421fe9734d2ab63" providerId="LiveId" clId="{671C1C00-6090-4ECF-A5E1-F184CA4224DA}" dt="2026-01-22T16:24:57.877" v="6176" actId="14100"/>
          <ac:spMkLst>
            <pc:docMk/>
            <pc:sldMk cId="3951081825" sldId="283"/>
            <ac:spMk id="3" creationId="{53BDDC8B-B2A9-64D1-B5E5-67B1F1AC57FD}"/>
          </ac:spMkLst>
        </pc:spChg>
        <pc:spChg chg="add">
          <ac:chgData name="Teresa McGarry" userId="8421fe9734d2ab63" providerId="LiveId" clId="{671C1C00-6090-4ECF-A5E1-F184CA4224DA}" dt="2026-01-22T16:19:13.999" v="5577"/>
          <ac:spMkLst>
            <pc:docMk/>
            <pc:sldMk cId="3951081825" sldId="283"/>
            <ac:spMk id="4" creationId="{1CA69DD2-5D49-2906-CD9B-F3AFA7819F80}"/>
          </ac:spMkLst>
        </pc:spChg>
        <pc:spChg chg="add">
          <ac:chgData name="Teresa McGarry" userId="8421fe9734d2ab63" providerId="LiveId" clId="{671C1C00-6090-4ECF-A5E1-F184CA4224DA}" dt="2026-01-21T15:52:21.916" v="5108"/>
          <ac:spMkLst>
            <pc:docMk/>
            <pc:sldMk cId="3951081825" sldId="283"/>
            <ac:spMk id="4" creationId="{2336A1E4-95FF-5873-F5AE-EA35AB74EC00}"/>
          </ac:spMkLst>
        </pc:spChg>
        <pc:spChg chg="add mod">
          <ac:chgData name="Teresa McGarry" userId="8421fe9734d2ab63" providerId="LiveId" clId="{671C1C00-6090-4ECF-A5E1-F184CA4224DA}" dt="2026-01-21T14:12:24.482" v="4913" actId="790"/>
          <ac:spMkLst>
            <pc:docMk/>
            <pc:sldMk cId="3951081825" sldId="283"/>
            <ac:spMk id="10" creationId="{BA2AFC67-0973-EC0D-F14E-710D701B20BD}"/>
          </ac:spMkLst>
        </pc:spChg>
        <pc:picChg chg="add mod modCrop">
          <ac:chgData name="Teresa McGarry" userId="8421fe9734d2ab63" providerId="LiveId" clId="{671C1C00-6090-4ECF-A5E1-F184CA4224DA}" dt="2026-01-22T16:16:00.142" v="5574" actId="1076"/>
          <ac:picMkLst>
            <pc:docMk/>
            <pc:sldMk cId="3951081825" sldId="283"/>
            <ac:picMk id="5" creationId="{8E97E09B-CC83-5363-6041-7E3C7B55A741}"/>
          </ac:picMkLst>
        </pc:picChg>
        <pc:picChg chg="add">
          <ac:chgData name="Teresa McGarry" userId="8421fe9734d2ab63" providerId="LiveId" clId="{671C1C00-6090-4ECF-A5E1-F184CA4224DA}" dt="2026-01-22T16:38:03.619" v="6828" actId="22"/>
          <ac:picMkLst>
            <pc:docMk/>
            <pc:sldMk cId="3951081825" sldId="283"/>
            <ac:picMk id="7" creationId="{860AD611-3643-AB5F-59DD-EA65FD02C54E}"/>
          </ac:picMkLst>
        </pc:picChg>
      </pc:sldChg>
      <pc:sldChg chg="addSp delSp modSp new del mod">
        <pc:chgData name="Teresa McGarry" userId="8421fe9734d2ab63" providerId="LiveId" clId="{671C1C00-6090-4ECF-A5E1-F184CA4224DA}" dt="2026-01-22T16:40:08.460" v="6840" actId="47"/>
        <pc:sldMkLst>
          <pc:docMk/>
          <pc:sldMk cId="259588669" sldId="284"/>
        </pc:sldMkLst>
        <pc:spChg chg="mod">
          <ac:chgData name="Teresa McGarry" userId="8421fe9734d2ab63" providerId="LiveId" clId="{671C1C00-6090-4ECF-A5E1-F184CA4224DA}" dt="2026-01-22T09:43:22.979" v="5542" actId="255"/>
          <ac:spMkLst>
            <pc:docMk/>
            <pc:sldMk cId="259588669" sldId="284"/>
            <ac:spMk id="2" creationId="{163D7B82-43EA-C86B-C8C9-5C44B6C9AC37}"/>
          </ac:spMkLst>
        </pc:spChg>
        <pc:spChg chg="add del mod">
          <ac:chgData name="Teresa McGarry" userId="8421fe9734d2ab63" providerId="LiveId" clId="{671C1C00-6090-4ECF-A5E1-F184CA4224DA}" dt="2026-01-22T16:07:54.700" v="5547"/>
          <ac:spMkLst>
            <pc:docMk/>
            <pc:sldMk cId="259588669" sldId="284"/>
            <ac:spMk id="3" creationId="{CFB3C320-350D-AC46-C49C-8C112739C6F5}"/>
          </ac:spMkLst>
        </pc:spChg>
      </pc:sldChg>
      <pc:sldChg chg="addSp delSp add mod ord">
        <pc:chgData name="Teresa McGarry" userId="8421fe9734d2ab63" providerId="LiveId" clId="{671C1C00-6090-4ECF-A5E1-F184CA4224DA}" dt="2026-01-22T16:38:38.311" v="6832" actId="22"/>
        <pc:sldMkLst>
          <pc:docMk/>
          <pc:sldMk cId="2034130820" sldId="285"/>
        </pc:sldMkLst>
        <pc:picChg chg="add del">
          <ac:chgData name="Teresa McGarry" userId="8421fe9734d2ab63" providerId="LiveId" clId="{671C1C00-6090-4ECF-A5E1-F184CA4224DA}" dt="2026-01-22T16:38:22.482" v="6831" actId="478"/>
          <ac:picMkLst>
            <pc:docMk/>
            <pc:sldMk cId="2034130820" sldId="285"/>
            <ac:picMk id="3" creationId="{94B62113-A693-6242-7779-165ABEE766A1}"/>
          </ac:picMkLst>
        </pc:picChg>
        <pc:picChg chg="add">
          <ac:chgData name="Teresa McGarry" userId="8421fe9734d2ab63" providerId="LiveId" clId="{671C1C00-6090-4ECF-A5E1-F184CA4224DA}" dt="2026-01-22T16:38:38.311" v="6832" actId="22"/>
          <ac:picMkLst>
            <pc:docMk/>
            <pc:sldMk cId="2034130820" sldId="285"/>
            <ac:picMk id="5" creationId="{AAD00BB2-A229-20E4-A2B3-16828CCAB571}"/>
          </ac:picMkLst>
        </pc:picChg>
      </pc:sldChg>
      <pc:sldChg chg="addSp add mod">
        <pc:chgData name="Teresa McGarry" userId="8421fe9734d2ab63" providerId="LiveId" clId="{671C1C00-6090-4ECF-A5E1-F184CA4224DA}" dt="2026-01-22T16:36:49.849" v="6825" actId="22"/>
        <pc:sldMkLst>
          <pc:docMk/>
          <pc:sldMk cId="691480281" sldId="286"/>
        </pc:sldMkLst>
        <pc:picChg chg="add">
          <ac:chgData name="Teresa McGarry" userId="8421fe9734d2ab63" providerId="LiveId" clId="{671C1C00-6090-4ECF-A5E1-F184CA4224DA}" dt="2026-01-22T16:36:49.849" v="6825" actId="22"/>
          <ac:picMkLst>
            <pc:docMk/>
            <pc:sldMk cId="691480281" sldId="286"/>
            <ac:picMk id="3" creationId="{1A0E5AFA-78FC-DCD6-AB29-CD7D1A8657B3}"/>
          </ac:picMkLst>
        </pc:picChg>
      </pc:sldChg>
      <pc:sldChg chg="addSp add mod ord">
        <pc:chgData name="Teresa McGarry" userId="8421fe9734d2ab63" providerId="LiveId" clId="{671C1C00-6090-4ECF-A5E1-F184CA4224DA}" dt="2026-01-22T16:39:21.553" v="6835"/>
        <pc:sldMkLst>
          <pc:docMk/>
          <pc:sldMk cId="1027159599" sldId="287"/>
        </pc:sldMkLst>
        <pc:picChg chg="add">
          <ac:chgData name="Teresa McGarry" userId="8421fe9734d2ab63" providerId="LiveId" clId="{671C1C00-6090-4ECF-A5E1-F184CA4224DA}" dt="2026-01-22T16:39:10.989" v="6833" actId="22"/>
          <ac:picMkLst>
            <pc:docMk/>
            <pc:sldMk cId="1027159599" sldId="287"/>
            <ac:picMk id="3" creationId="{38D7CEAA-205E-E93C-C758-0720090F4A6C}"/>
          </ac:picMkLst>
        </pc:picChg>
      </pc:sldChg>
      <pc:sldChg chg="add del">
        <pc:chgData name="Teresa McGarry" userId="8421fe9734d2ab63" providerId="LiveId" clId="{671C1C00-6090-4ECF-A5E1-F184CA4224DA}" dt="2026-01-22T16:39:28.071" v="6838" actId="47"/>
        <pc:sldMkLst>
          <pc:docMk/>
          <pc:sldMk cId="3532598649" sldId="288"/>
        </pc:sldMkLst>
      </pc:sldChg>
      <pc:sldChg chg="add del">
        <pc:chgData name="Teresa McGarry" userId="8421fe9734d2ab63" providerId="LiveId" clId="{671C1C00-6090-4ECF-A5E1-F184CA4224DA}" dt="2026-01-22T16:39:58.950" v="6839" actId="47"/>
        <pc:sldMkLst>
          <pc:docMk/>
          <pc:sldMk cId="661515811" sldId="289"/>
        </pc:sldMkLst>
      </pc:sldChg>
      <pc:sldChg chg="addSp modSp add mod ord">
        <pc:chgData name="Teresa McGarry" userId="8421fe9734d2ab63" providerId="LiveId" clId="{671C1C00-6090-4ECF-A5E1-F184CA4224DA}" dt="2026-01-22T16:50:23.841" v="7205"/>
        <pc:sldMkLst>
          <pc:docMk/>
          <pc:sldMk cId="72685924" sldId="290"/>
        </pc:sldMkLst>
        <pc:spChg chg="mod">
          <ac:chgData name="Teresa McGarry" userId="8421fe9734d2ab63" providerId="LiveId" clId="{671C1C00-6090-4ECF-A5E1-F184CA4224DA}" dt="2026-01-22T16:43:20.121" v="6973" actId="20577"/>
          <ac:spMkLst>
            <pc:docMk/>
            <pc:sldMk cId="72685924" sldId="290"/>
            <ac:spMk id="2" creationId="{C1F1DF21-A3B7-677E-6629-AF5FB82BEF8A}"/>
          </ac:spMkLst>
        </pc:spChg>
        <pc:spChg chg="mod">
          <ac:chgData name="Teresa McGarry" userId="8421fe9734d2ab63" providerId="LiveId" clId="{671C1C00-6090-4ECF-A5E1-F184CA4224DA}" dt="2026-01-22T16:44:49.836" v="6985" actId="113"/>
          <ac:spMkLst>
            <pc:docMk/>
            <pc:sldMk cId="72685924" sldId="290"/>
            <ac:spMk id="3" creationId="{6FB38644-C571-C16C-9856-61E2141F68B0}"/>
          </ac:spMkLst>
        </pc:spChg>
        <pc:spChg chg="add">
          <ac:chgData name="Teresa McGarry" userId="8421fe9734d2ab63" providerId="LiveId" clId="{671C1C00-6090-4ECF-A5E1-F184CA4224DA}" dt="2026-01-22T16:43:46.180" v="6974"/>
          <ac:spMkLst>
            <pc:docMk/>
            <pc:sldMk cId="72685924" sldId="290"/>
            <ac:spMk id="4" creationId="{EDA23618-7BC7-450D-02DA-CDA0192C0CDE}"/>
          </ac:spMkLst>
        </pc:spChg>
      </pc:sldChg>
      <pc:sldChg chg="addSp modSp new mod ord">
        <pc:chgData name="Teresa McGarry" userId="8421fe9734d2ab63" providerId="LiveId" clId="{671C1C00-6090-4ECF-A5E1-F184CA4224DA}" dt="2026-01-22T16:55:38.756" v="7220" actId="5793"/>
        <pc:sldMkLst>
          <pc:docMk/>
          <pc:sldMk cId="2311626044" sldId="291"/>
        </pc:sldMkLst>
        <pc:spChg chg="mod">
          <ac:chgData name="Teresa McGarry" userId="8421fe9734d2ab63" providerId="LiveId" clId="{671C1C00-6090-4ECF-A5E1-F184CA4224DA}" dt="2026-01-22T16:41:29.237" v="6851" actId="255"/>
          <ac:spMkLst>
            <pc:docMk/>
            <pc:sldMk cId="2311626044" sldId="291"/>
            <ac:spMk id="2" creationId="{2C23FAD3-A4E7-2F0C-5475-5DB188C643A1}"/>
          </ac:spMkLst>
        </pc:spChg>
        <pc:spChg chg="add mod">
          <ac:chgData name="Teresa McGarry" userId="8421fe9734d2ab63" providerId="LiveId" clId="{671C1C00-6090-4ECF-A5E1-F184CA4224DA}" dt="2026-01-22T16:55:38.756" v="7220" actId="5793"/>
          <ac:spMkLst>
            <pc:docMk/>
            <pc:sldMk cId="2311626044" sldId="291"/>
            <ac:spMk id="3" creationId="{DF1EBFB1-3855-9209-C825-281F4E8A6BD6}"/>
          </ac:spMkLst>
        </pc:spChg>
      </pc:sldChg>
      <pc:sldChg chg="add ord">
        <pc:chgData name="Teresa McGarry" userId="8421fe9734d2ab63" providerId="LiveId" clId="{671C1C00-6090-4ECF-A5E1-F184CA4224DA}" dt="2026-01-22T16:50:23.841" v="7205"/>
        <pc:sldMkLst>
          <pc:docMk/>
          <pc:sldMk cId="3882890374" sldId="292"/>
        </pc:sldMkLst>
      </pc:sldChg>
      <pc:sldChg chg="modSp add mod">
        <pc:chgData name="Teresa McGarry" userId="8421fe9734d2ab63" providerId="LiveId" clId="{671C1C00-6090-4ECF-A5E1-F184CA4224DA}" dt="2026-01-22T16:56:46.561" v="7224" actId="14100"/>
        <pc:sldMkLst>
          <pc:docMk/>
          <pc:sldMk cId="2564180502" sldId="293"/>
        </pc:sldMkLst>
        <pc:spChg chg="mod">
          <ac:chgData name="Teresa McGarry" userId="8421fe9734d2ab63" providerId="LiveId" clId="{671C1C00-6090-4ECF-A5E1-F184CA4224DA}" dt="2026-01-22T16:56:46.561" v="7224" actId="14100"/>
          <ac:spMkLst>
            <pc:docMk/>
            <pc:sldMk cId="2564180502" sldId="293"/>
            <ac:spMk id="2" creationId="{6A986BB0-BD2F-03A8-55F5-3F0ADFCD5793}"/>
          </ac:spMkLst>
        </pc:spChg>
        <pc:spChg chg="mod">
          <ac:chgData name="Teresa McGarry" userId="8421fe9734d2ab63" providerId="LiveId" clId="{671C1C00-6090-4ECF-A5E1-F184CA4224DA}" dt="2026-01-22T16:47:11.351" v="7093" actId="14100"/>
          <ac:spMkLst>
            <pc:docMk/>
            <pc:sldMk cId="2564180502" sldId="293"/>
            <ac:spMk id="3" creationId="{04AFB3CC-3BE9-EE4B-2EE3-005A9BF12C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30F33-C2ED-48ED-829E-480492D420E4}" type="datetimeFigureOut">
              <a:rPr lang="en-GB" smtClean="0"/>
              <a:t>22/01/2026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4DC9A-E73B-40C3-8412-061FA42C55F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693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33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6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79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8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6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4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24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21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4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1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ECB6F1F-50EE-05C4-D13C-1D6B86477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5" b="96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3E142-6541-04E0-5A3B-5F95958E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28447"/>
            <a:ext cx="10071645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en-GB" noProof="0" dirty="0"/>
              <a:t>Identifying the Most Influential Drivers of Diabetes Risk</a:t>
            </a:r>
          </a:p>
        </p:txBody>
      </p:sp>
    </p:spTree>
    <p:extLst>
      <p:ext uri="{BB962C8B-B14F-4D97-AF65-F5344CB8AC3E}">
        <p14:creationId xmlns:p14="http://schemas.microsoft.com/office/powerpoint/2010/main" val="1123576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FAD3-A4E7-2F0C-5475-5DB188C6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EBFB1-3855-9209-C825-281F4E8A6BD6}"/>
              </a:ext>
            </a:extLst>
          </p:cNvPr>
          <p:cNvSpPr txBox="1"/>
          <p:nvPr/>
        </p:nvSpPr>
        <p:spPr>
          <a:xfrm>
            <a:off x="743484" y="1435693"/>
            <a:ext cx="85201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Key Research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Rationale for choosing this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Diabetes Health Indicators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Dashboards of 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Appendix: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Diabetes Dataset explored: features, questions and codes</a:t>
            </a:r>
          </a:p>
          <a:p>
            <a:pPr lv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Trello Board for Project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62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40B6E-1B7D-4310-1C89-5F7A9E55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196E7DD-E673-B344-C1BB-183DD67BA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7F35-980B-8D74-C75F-337A0041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7" y="600074"/>
            <a:ext cx="6624731" cy="88689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Research Question:</a:t>
            </a:r>
            <a:br>
              <a:rPr lang="en-GB" sz="24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b="1" kern="1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C4897-2F69-B49D-D5B2-0C551B27457A}"/>
              </a:ext>
            </a:extLst>
          </p:cNvPr>
          <p:cNvSpPr txBox="1"/>
          <p:nvPr/>
        </p:nvSpPr>
        <p:spPr>
          <a:xfrm>
            <a:off x="580103" y="2221235"/>
            <a:ext cx="5896669" cy="409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This analysis identifies the most influential predictors of diabetes risk using a large, cleaned health survey dataset containing one target variable (Diabetes_012) and a further 21 variables spanning: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Clinical/Psychological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Functional Health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Lifestyle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Socioeconomic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41768-9AA7-9E5F-6F69-875118773C0E}"/>
              </a:ext>
            </a:extLst>
          </p:cNvPr>
          <p:cNvSpPr txBox="1"/>
          <p:nvPr/>
        </p:nvSpPr>
        <p:spPr>
          <a:xfrm>
            <a:off x="510097" y="1043521"/>
            <a:ext cx="6719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noProof="0" dirty="0">
                <a:latin typeface="Arial" panose="020B0604020202020204" pitchFamily="34" charset="0"/>
                <a:cs typeface="Arial" panose="020B0604020202020204" pitchFamily="34" charset="0"/>
              </a:rPr>
              <a:t>Which health, behavioural and socioeconomic factors are the most influential predictors of diabetes risk in the US population</a:t>
            </a:r>
            <a:endParaRPr lang="en-GB" sz="2200" noProof="0" dirty="0"/>
          </a:p>
        </p:txBody>
      </p:sp>
      <p:pic>
        <p:nvPicPr>
          <p:cNvPr id="9" name="Picture 8" descr="Doctor with a patient">
            <a:extLst>
              <a:ext uri="{FF2B5EF4-FFF2-40B4-BE49-F238E27FC236}">
                <a16:creationId xmlns:a16="http://schemas.microsoft.com/office/drawing/2014/main" id="{AD837EB0-CA21-ABEB-B029-28377F895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4" r="15147"/>
          <a:stretch>
            <a:fillRect/>
          </a:stretch>
        </p:blipFill>
        <p:spPr>
          <a:xfrm>
            <a:off x="7229742" y="0"/>
            <a:ext cx="4939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87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BAD08-7A38-3D41-0620-F30AFC92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7" y="600074"/>
            <a:ext cx="6706780" cy="88689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Rationale for Choosing This </a:t>
            </a: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esearch</a:t>
            </a:r>
            <a:br>
              <a:rPr lang="en-GB" sz="24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b="1" kern="1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4CD0B-A477-0521-CAE5-B373A9758285}"/>
              </a:ext>
            </a:extLst>
          </p:cNvPr>
          <p:cNvSpPr txBox="1"/>
          <p:nvPr/>
        </p:nvSpPr>
        <p:spPr>
          <a:xfrm>
            <a:off x="441731" y="1288026"/>
            <a:ext cx="6035041" cy="5029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Diabetes is one of the most prevalent chronic diseases in the United States, affecting millions and placing a substantial burden on the healthcare system </a:t>
            </a:r>
          </a:p>
          <a:p>
            <a:pPr marL="114300">
              <a:lnSpc>
                <a:spcPct val="110000"/>
              </a:lnSpc>
              <a:spcAft>
                <a:spcPts val="600"/>
              </a:spcAft>
            </a:pPr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In 2021:</a:t>
            </a:r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>
                <a:latin typeface="Arial" panose="020B0604020202020204" pitchFamily="34" charset="0"/>
                <a:cs typeface="Arial" panose="020B0604020202020204" pitchFamily="34" charset="0"/>
              </a:rPr>
              <a:t>38.4 million Americans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 had diabetes</a:t>
            </a:r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>
                <a:latin typeface="Arial" panose="020B0604020202020204" pitchFamily="34" charset="0"/>
                <a:cs typeface="Arial" panose="020B0604020202020204" pitchFamily="34" charset="0"/>
              </a:rPr>
              <a:t>97.6 million adults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 had prediabetes</a:t>
            </a:r>
          </a:p>
          <a:p>
            <a:pPr marL="80010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>
                <a:latin typeface="Arial" panose="020B0604020202020204" pitchFamily="34" charset="0"/>
                <a:cs typeface="Arial" panose="020B0604020202020204" pitchFamily="34" charset="0"/>
              </a:rPr>
              <a:t>1.2 million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  had a new diagnosis of diabetes</a:t>
            </a:r>
          </a:p>
          <a:p>
            <a:pPr marL="571500" lvl="1">
              <a:lnSpc>
                <a:spcPct val="110000"/>
              </a:lnSpc>
              <a:spcAft>
                <a:spcPts val="600"/>
              </a:spcAft>
            </a:pPr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Although diabetes has no cure, early detection improves outcomes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Predictive modelling can support clinicians and  public‑health planning by identifying high-risk groups earlier to facilitate intervention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7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A8691-798F-112C-3744-180486120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0" r="34777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EC15C-D58A-42F4-13DA-5940D78B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5075"/>
            <a:ext cx="6585817" cy="15270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Diabetes Health Indicators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7943-BD3A-7B33-1984-DD081C427702}"/>
              </a:ext>
            </a:extLst>
          </p:cNvPr>
          <p:cNvSpPr txBox="1">
            <a:spLocks/>
          </p:cNvSpPr>
          <p:nvPr/>
        </p:nvSpPr>
        <p:spPr>
          <a:xfrm>
            <a:off x="683664" y="1461331"/>
            <a:ext cx="6047876" cy="4873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A large secondary health dataset (n = 253,680) was analysed using descriptive and comparative methods to examine patterns associated with diabetes status (Diabetes_012). There were 3 outcomes:</a:t>
            </a:r>
          </a:p>
          <a:p>
            <a:r>
              <a:rPr lang="en-GB" sz="1800" b="1" noProof="0" dirty="0">
                <a:latin typeface="Arial" panose="020B0604020202020204" pitchFamily="34" charset="0"/>
                <a:cs typeface="Arial" panose="020B0604020202020204" pitchFamily="34" charset="0"/>
              </a:rPr>
              <a:t>No diabetes</a:t>
            </a: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: 213,703 individuals (84.24%)</a:t>
            </a:r>
          </a:p>
          <a:p>
            <a:r>
              <a:rPr lang="en-GB" sz="18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Prediabetes</a:t>
            </a: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: 4,631 individuals (1.82%)</a:t>
            </a:r>
          </a:p>
          <a:p>
            <a:r>
              <a:rPr lang="en-GB" sz="1800" b="1" noProof="0" dirty="0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: 35,346 individuals (13.93%</a:t>
            </a:r>
          </a:p>
          <a:p>
            <a:pPr marL="0" indent="0">
              <a:buNone/>
            </a:pP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Visual and statistical techniques were used to explore relationships between diabetes outcomes and health, behavioural, and socioeconomic factors, with results interpreted at a population level.</a:t>
            </a:r>
          </a:p>
        </p:txBody>
      </p:sp>
      <p:pic>
        <p:nvPicPr>
          <p:cNvPr id="15" name="Picture 14" descr="Doctor getting patient's weight">
            <a:extLst>
              <a:ext uri="{FF2B5EF4-FFF2-40B4-BE49-F238E27FC236}">
                <a16:creationId xmlns:a16="http://schemas.microsoft.com/office/drawing/2014/main" id="{DC838538-E287-E71E-00A3-C23F5045A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7" r="27862"/>
          <a:stretch>
            <a:fillRect/>
          </a:stretch>
        </p:blipFill>
        <p:spPr>
          <a:xfrm>
            <a:off x="7344188" y="10"/>
            <a:ext cx="4847810" cy="685799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C6EF66-8C6C-F568-FDAE-FC90233BAD0A}"/>
              </a:ext>
            </a:extLst>
          </p:cNvPr>
          <p:cNvGrpSpPr/>
          <p:nvPr/>
        </p:nvGrpSpPr>
        <p:grpSpPr>
          <a:xfrm>
            <a:off x="438683" y="6008013"/>
            <a:ext cx="6930136" cy="754693"/>
            <a:chOff x="438683" y="6008013"/>
            <a:chExt cx="6930136" cy="75469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E4C953-3FFF-2F8A-83D4-33EF5FCEB558}"/>
                </a:ext>
              </a:extLst>
            </p:cNvPr>
            <p:cNvSpPr txBox="1"/>
            <p:nvPr/>
          </p:nvSpPr>
          <p:spPr>
            <a:xfrm>
              <a:off x="1426840" y="6246860"/>
              <a:ext cx="594197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The dataset can be downloaded here: [Diabetes Health Indicators Dataset][dataset]</a:t>
              </a:r>
            </a:p>
          </p:txBody>
        </p:sp>
        <p:pic>
          <p:nvPicPr>
            <p:cNvPr id="5" name="Graphic 4" descr="Programmer male with solid fill">
              <a:extLst>
                <a:ext uri="{FF2B5EF4-FFF2-40B4-BE49-F238E27FC236}">
                  <a16:creationId xmlns:a16="http://schemas.microsoft.com/office/drawing/2014/main" id="{64DF63AD-8F92-0AF2-AB0E-9F4D8A33D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8683" y="6008013"/>
              <a:ext cx="754693" cy="754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930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BB643-D32E-7573-4469-11B2C862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69914F-D805-E1B8-C155-41AD17CEE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E574F-FB7A-6A08-1EA7-29B1D032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11" y="206783"/>
            <a:ext cx="6594397" cy="12287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Dashboards of 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B9128-4CBC-39DC-CD99-AB868EA12734}"/>
              </a:ext>
            </a:extLst>
          </p:cNvPr>
          <p:cNvSpPr txBox="1">
            <a:spLocks/>
          </p:cNvSpPr>
          <p:nvPr/>
        </p:nvSpPr>
        <p:spPr>
          <a:xfrm>
            <a:off x="441732" y="2212848"/>
            <a:ext cx="6035041" cy="1350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 indent="0">
              <a:buNone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These dashboards summarise the key findings from this research</a:t>
            </a:r>
          </a:p>
          <a:p>
            <a:pPr lvl="1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D5F29-51A2-4614-F143-03309AFBB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7" r="26407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2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AB11F-F914-1008-B495-20047CD6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394C7-F087-36DD-FA92-0C7EE06220DC}"/>
              </a:ext>
            </a:extLst>
          </p:cNvPr>
          <p:cNvSpPr txBox="1">
            <a:spLocks/>
          </p:cNvSpPr>
          <p:nvPr/>
        </p:nvSpPr>
        <p:spPr>
          <a:xfrm>
            <a:off x="612647" y="2212848"/>
            <a:ext cx="6733033" cy="409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Key Research Question</a:t>
            </a:r>
          </a:p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Rationale for the study</a:t>
            </a:r>
          </a:p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Diabetes Health Indicators Dataset </a:t>
            </a:r>
          </a:p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Appendix:</a:t>
            </a:r>
          </a:p>
          <a:p>
            <a:pPr lvl="1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Diabetes Dataset Explored: features, questions and codes</a:t>
            </a:r>
          </a:p>
          <a:p>
            <a:pPr lvl="1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Trello Board</a:t>
            </a:r>
          </a:p>
          <a:p>
            <a:pPr lvl="1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Further Analysis</a:t>
            </a:r>
          </a:p>
          <a:p>
            <a:pPr lvl="1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E26A7-C200-2FD2-655A-56AD8498F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7" r="26407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C5441-C1CF-F086-0A7C-4C4BD0788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57AED5-BB55-0234-4379-B85736EA6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873"/>
            <a:ext cx="12192000" cy="683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57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E12C1-3ECA-2EB1-191E-1BB5FE75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4"/>
            <a:ext cx="6676176" cy="15270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Drivers of Diabetes 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DDC8B-B2A9-64D1-B5E5-67B1F1AC57FD}"/>
              </a:ext>
            </a:extLst>
          </p:cNvPr>
          <p:cNvSpPr txBox="1"/>
          <p:nvPr/>
        </p:nvSpPr>
        <p:spPr>
          <a:xfrm>
            <a:off x="729762" y="1726251"/>
            <a:ext cx="6559060" cy="49480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1. Clinical / Physiological factors lead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BMI, blood pressure, cholesterol, and general health were the strongest risk indicators.</a:t>
            </a:r>
          </a:p>
          <a:p>
            <a:pPr algn="just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2. Demographics matter</a:t>
            </a: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Age (especially mid-40s onwards) and lower income levels were the next most important predictors</a:t>
            </a:r>
          </a:p>
          <a:p>
            <a:pPr algn="just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3. Functional limitations signalled risk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Poor physical health days, mobility issues and mental health burden, flagged elevated risk</a:t>
            </a:r>
          </a:p>
          <a:p>
            <a:pPr algn="just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4. Lifestyle factors contributed but were less dominant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Smoking, alcohol use, and physical inactivity contributed, but were less influential than clinical and socioeconomic factors </a:t>
            </a:r>
          </a:p>
        </p:txBody>
      </p:sp>
      <p:pic>
        <p:nvPicPr>
          <p:cNvPr id="5" name="Picture 4" descr="People doing yoga">
            <a:extLst>
              <a:ext uri="{FF2B5EF4-FFF2-40B4-BE49-F238E27FC236}">
                <a16:creationId xmlns:a16="http://schemas.microsoft.com/office/drawing/2014/main" id="{8E97E09B-CC83-5363-6041-7E3C7B55A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6" t="-1" r="35240" b="-1"/>
          <a:stretch>
            <a:fillRect/>
          </a:stretch>
        </p:blipFill>
        <p:spPr>
          <a:xfrm>
            <a:off x="7403123" y="10"/>
            <a:ext cx="4828206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AD611-3643-AB5F-59DD-EA65FD02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24"/>
            <a:ext cx="12192000" cy="683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8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34F36-B2DB-D0A6-89D8-C94B8255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EC1F65-C99C-4040-404B-9D35DAECC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00BB2-A229-20E4-A2B3-16828CCA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9"/>
            <a:ext cx="12192000" cy="683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DF5C5-BB82-FF75-BBDF-08BBB0E9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3BC723-C8B2-87EA-D8B9-379FCAF4D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7CEAA-205E-E93C-C758-0720090F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" y="0"/>
            <a:ext cx="1219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59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09246-F3C2-F9F5-BC67-C0200464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687CA1-7A36-2644-1C46-FDD45B639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E5AFA-78FC-DCD6-AB29-CD7D1A865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70"/>
            <a:ext cx="12192000" cy="67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80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CB1BF-701D-4E75-E1A1-86BE3067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1ABDF0-5608-EEF4-A7B1-55733AB6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1DF21-A3B7-677E-6629-AF5FB82B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4"/>
            <a:ext cx="6676176" cy="15270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38644-C571-C16C-9856-61E2141F68B0}"/>
              </a:ext>
            </a:extLst>
          </p:cNvPr>
          <p:cNvSpPr txBox="1"/>
          <p:nvPr/>
        </p:nvSpPr>
        <p:spPr>
          <a:xfrm>
            <a:off x="729762" y="2224453"/>
            <a:ext cx="6559060" cy="44498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1. Clinical / Physiological factors lead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BMI, blood pressure, cholesterol, and general health were the strongest risk indicators.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2. Demographics matter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Age (especially mid-40s onwards) and lower income levels were the next most important predictors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3. Functional limitations signalled risk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Poor physical health days, mobility issues and mental health burden, flagged elevated risk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4. Lifestyle factors contributed but were less dominant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Smoking, alcohol use, and physical inactivity contributed, but were less influential than clinical and socioeconomic factors 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5" name="Picture 4" descr="People doing yoga">
            <a:extLst>
              <a:ext uri="{FF2B5EF4-FFF2-40B4-BE49-F238E27FC236}">
                <a16:creationId xmlns:a16="http://schemas.microsoft.com/office/drawing/2014/main" id="{AC520B1E-245C-F7B3-FDEF-728C1F662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6" t="-1" r="35240" b="-1"/>
          <a:stretch>
            <a:fillRect/>
          </a:stretch>
        </p:blipFill>
        <p:spPr>
          <a:xfrm>
            <a:off x="7403123" y="10"/>
            <a:ext cx="482820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3E7CD-D025-FBC9-74A6-0B0C70D7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4D9518-226A-87CE-99BD-2BCDABAD4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D8026-9860-6E51-B428-CC65872E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4"/>
            <a:ext cx="6676176" cy="15270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5DAA3-A847-AE34-AA9D-A1E47AF0310E}"/>
              </a:ext>
            </a:extLst>
          </p:cNvPr>
          <p:cNvSpPr txBox="1"/>
          <p:nvPr/>
        </p:nvSpPr>
        <p:spPr>
          <a:xfrm>
            <a:off x="729762" y="2224453"/>
            <a:ext cx="6559060" cy="44498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Prioritise clinical risk screening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with routine checks for BMI, blood pressure and cholesterol in primary care settings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Target high-risk demographic groups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by expanding preventative outreach for adults in their 40s and beyond, and for lower-income populations where risk increases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Strengthen support for functional and mental health needs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Reinforce lifestyle interventions with structural support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by promoting smoking cessation, physical activity and reduced alcohol use 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5" name="Picture 4" descr="People doing yoga">
            <a:extLst>
              <a:ext uri="{FF2B5EF4-FFF2-40B4-BE49-F238E27FC236}">
                <a16:creationId xmlns:a16="http://schemas.microsoft.com/office/drawing/2014/main" id="{56F7A395-FD68-2681-6864-C1EDEB57E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6" t="-1" r="35240" b="-1"/>
          <a:stretch>
            <a:fillRect/>
          </a:stretch>
        </p:blipFill>
        <p:spPr>
          <a:xfrm>
            <a:off x="7403123" y="10"/>
            <a:ext cx="482820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90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7A169-50CB-8E90-5422-56180EDE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12C5AE-82A0-1E0D-ACD0-3DAE3621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86BB0-BD2F-03A8-55F5-3F0ADFCD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3663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800" b="1" kern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FB3CC-3BE9-EE4B-2EE3-005A9BF12C45}"/>
              </a:ext>
            </a:extLst>
          </p:cNvPr>
          <p:cNvSpPr txBox="1">
            <a:spLocks/>
          </p:cNvSpPr>
          <p:nvPr/>
        </p:nvSpPr>
        <p:spPr>
          <a:xfrm>
            <a:off x="612647" y="2212848"/>
            <a:ext cx="6035041" cy="1906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Diabetes Dataset explored: features, questions and codes</a:t>
            </a:r>
          </a:p>
          <a:p>
            <a:pPr lvl="1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Trello Board for Project Management</a:t>
            </a:r>
          </a:p>
          <a:p>
            <a:pPr lvl="1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23817-7D32-039C-0D82-A18F78422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7" r="26407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8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AB356-FEA3-8F65-8F95-6C8101E4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B12D-318B-1248-7A6B-32EECA04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34" y="390778"/>
            <a:ext cx="10902631" cy="1757505"/>
          </a:xfrm>
        </p:spPr>
        <p:txBody>
          <a:bodyPr/>
          <a:lstStyle/>
          <a:p>
            <a:r>
              <a:rPr lang="en-GB" noProof="0" dirty="0"/>
              <a:t>The dataset contains 22 features, including Diabetes_012 (Target)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263B9C-1C94-7976-89DB-87E5EBEBC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57361"/>
              </p:ext>
            </p:extLst>
          </p:nvPr>
        </p:nvGraphicFramePr>
        <p:xfrm>
          <a:off x="820396" y="1136076"/>
          <a:ext cx="10631869" cy="50681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054">
                  <a:extLst>
                    <a:ext uri="{9D8B030D-6E8A-4147-A177-3AD203B41FA5}">
                      <a16:colId xmlns:a16="http://schemas.microsoft.com/office/drawing/2014/main" val="2635994272"/>
                    </a:ext>
                  </a:extLst>
                </a:gridCol>
                <a:gridCol w="1807696">
                  <a:extLst>
                    <a:ext uri="{9D8B030D-6E8A-4147-A177-3AD203B41FA5}">
                      <a16:colId xmlns:a16="http://schemas.microsoft.com/office/drawing/2014/main" val="1222392322"/>
                    </a:ext>
                  </a:extLst>
                </a:gridCol>
                <a:gridCol w="4777099">
                  <a:extLst>
                    <a:ext uri="{9D8B030D-6E8A-4147-A177-3AD203B41FA5}">
                      <a16:colId xmlns:a16="http://schemas.microsoft.com/office/drawing/2014/main" val="1121784234"/>
                    </a:ext>
                  </a:extLst>
                </a:gridCol>
                <a:gridCol w="3009020">
                  <a:extLst>
                    <a:ext uri="{9D8B030D-6E8A-4147-A177-3AD203B41FA5}">
                      <a16:colId xmlns:a16="http://schemas.microsoft.com/office/drawing/2014/main" val="2999083083"/>
                    </a:ext>
                  </a:extLst>
                </a:gridCol>
              </a:tblGrid>
              <a:tr h="410427"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25395"/>
                  </a:ext>
                </a:extLst>
              </a:tr>
              <a:tr h="4795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Diabetes_012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ever been told by a doctor that you have diabetes?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 diabetes; 1=prediabetes; 2=diabetes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70056"/>
                  </a:ext>
                </a:extLst>
              </a:tr>
              <a:tr h="610336">
                <a:tc rowSpan="7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Clinical / Physiological</a:t>
                      </a:r>
                    </a:p>
                  </a:txBody>
                  <a:tcPr marL="68580" marR="68580" marT="0" marB="0" vert="vert270" anchor="ctr"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GenHlth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Would you say that in general your health is…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1= excellent; 2=Very good; 3=Good; 4=Fair; 5= poor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9266041"/>
                  </a:ext>
                </a:extLst>
              </a:tr>
              <a:tr h="610336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BMI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Calculated from weight and height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&lt;18.5: Underweight; 18.5-24.8: Normal weight; 25-29.9: Overweight; &gt;=30:Obese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8186794"/>
                  </a:ext>
                </a:extLst>
              </a:tr>
              <a:tr h="610336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HighChol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598170" algn="l"/>
                        </a:tabLst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ever been told by a doctor, nurse, or other health professional that your blood cholesterol is high?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 high cholesterol; 1=high cholesterol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3771729"/>
                  </a:ext>
                </a:extLst>
              </a:tr>
              <a:tr h="610336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CholCheck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had your cholesterol checked within the past five years?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3301568"/>
                  </a:ext>
                </a:extLst>
              </a:tr>
              <a:tr h="516149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HeartDiseaseorAttack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ever been told by a doctor, nurse, or other health professional that you had coronary heart disease or a heart attack?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243316"/>
                  </a:ext>
                </a:extLst>
              </a:tr>
              <a:tr h="610336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HighBP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ever been told by a doctor, nurse, or other health professional that you have high blood pressure?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 high BP;1=High BP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3723812"/>
                  </a:ext>
                </a:extLst>
              </a:tr>
              <a:tr h="610336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Stroke</a:t>
                      </a:r>
                      <a:endParaRPr lang="en-GB" sz="1200" b="1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(Ever told) you had a stroke?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0=no; 1=yes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241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9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0416-179E-D72B-1934-582F5CB1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B586-5AFA-E9FF-4767-B3A3DF3B7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553616"/>
            <a:ext cx="10902631" cy="1757505"/>
          </a:xfrm>
        </p:spPr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Dataset (continued)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54C7B1-3EFA-D407-4C76-73B4F820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478469"/>
              </p:ext>
            </p:extLst>
          </p:nvPr>
        </p:nvGraphicFramePr>
        <p:xfrm>
          <a:off x="820396" y="1136076"/>
          <a:ext cx="10631869" cy="4537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054">
                  <a:extLst>
                    <a:ext uri="{9D8B030D-6E8A-4147-A177-3AD203B41FA5}">
                      <a16:colId xmlns:a16="http://schemas.microsoft.com/office/drawing/2014/main" val="2635994272"/>
                    </a:ext>
                  </a:extLst>
                </a:gridCol>
                <a:gridCol w="1807696">
                  <a:extLst>
                    <a:ext uri="{9D8B030D-6E8A-4147-A177-3AD203B41FA5}">
                      <a16:colId xmlns:a16="http://schemas.microsoft.com/office/drawing/2014/main" val="1222392322"/>
                    </a:ext>
                  </a:extLst>
                </a:gridCol>
                <a:gridCol w="4777099">
                  <a:extLst>
                    <a:ext uri="{9D8B030D-6E8A-4147-A177-3AD203B41FA5}">
                      <a16:colId xmlns:a16="http://schemas.microsoft.com/office/drawing/2014/main" val="1121784234"/>
                    </a:ext>
                  </a:extLst>
                </a:gridCol>
                <a:gridCol w="3009020">
                  <a:extLst>
                    <a:ext uri="{9D8B030D-6E8A-4147-A177-3AD203B41FA5}">
                      <a16:colId xmlns:a16="http://schemas.microsoft.com/office/drawing/2014/main" val="2999083083"/>
                    </a:ext>
                  </a:extLst>
                </a:gridCol>
              </a:tblGrid>
              <a:tr h="674303"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25395"/>
                  </a:ext>
                </a:extLst>
              </a:tr>
              <a:tr h="67430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Demographic</a:t>
                      </a:r>
                    </a:p>
                  </a:txBody>
                  <a:tcPr marL="68580" marR="68580" marT="0" marB="0" vert="vert27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GB" sz="1200" b="1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What is your age?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1=18–24 years; 2=25–29 years; 3=30-34 years; 4=35-39 years; 5=40-44 years; 6=45-49 years; 7=50-54 years; 8=55-59 years; 9=60-64 years; 10=65-69 years; 11=70-74 years; 12=75-79 years; 13 = 80+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9266041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Sex</a:t>
                      </a:r>
                      <a:endParaRPr lang="en-GB" sz="1200" b="1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Are you male or female?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0=female; 1=male</a:t>
                      </a:r>
                      <a:endParaRPr lang="en-GB" sz="12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8186794"/>
                  </a:ext>
                </a:extLst>
              </a:tr>
              <a:tr h="674303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Functional Health</a:t>
                      </a:r>
                    </a:p>
                  </a:txBody>
                  <a:tcPr marL="68580" marR="68580" marT="0" marB="0" vert="vert27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DiffWalk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Do you have serious difficulty walking or climbing stairs?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0=no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0949755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PhysHlth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Thinking about your physical health, which includes physical illness and injury, for how many days during the past 30 days was your physical health not good?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0-30 days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9644704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MentHlth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Now thinking about your mental health, which includes stress, depression, and problems with emotions, for how many days during the past 30 days was your mental health not good?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0-30 days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840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10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D7F1-576A-0AD1-4784-34D5A44E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75E5-5BD8-6E91-B0EB-43F0DDB6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553616"/>
            <a:ext cx="10902631" cy="1757505"/>
          </a:xfrm>
        </p:spPr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Dataset (continued)</a:t>
            </a:r>
            <a:endParaRPr lang="en-GB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37F376-38F7-B363-39AF-84FF1BCB3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14657"/>
              </p:ext>
            </p:extLst>
          </p:nvPr>
        </p:nvGraphicFramePr>
        <p:xfrm>
          <a:off x="820396" y="1136077"/>
          <a:ext cx="10631869" cy="3778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054">
                  <a:extLst>
                    <a:ext uri="{9D8B030D-6E8A-4147-A177-3AD203B41FA5}">
                      <a16:colId xmlns:a16="http://schemas.microsoft.com/office/drawing/2014/main" val="2635994272"/>
                    </a:ext>
                  </a:extLst>
                </a:gridCol>
                <a:gridCol w="1807696">
                  <a:extLst>
                    <a:ext uri="{9D8B030D-6E8A-4147-A177-3AD203B41FA5}">
                      <a16:colId xmlns:a16="http://schemas.microsoft.com/office/drawing/2014/main" val="1222392322"/>
                    </a:ext>
                  </a:extLst>
                </a:gridCol>
                <a:gridCol w="4777099">
                  <a:extLst>
                    <a:ext uri="{9D8B030D-6E8A-4147-A177-3AD203B41FA5}">
                      <a16:colId xmlns:a16="http://schemas.microsoft.com/office/drawing/2014/main" val="1121784234"/>
                    </a:ext>
                  </a:extLst>
                </a:gridCol>
                <a:gridCol w="3009020">
                  <a:extLst>
                    <a:ext uri="{9D8B030D-6E8A-4147-A177-3AD203B41FA5}">
                      <a16:colId xmlns:a16="http://schemas.microsoft.com/office/drawing/2014/main" val="2999083083"/>
                    </a:ext>
                  </a:extLst>
                </a:gridCol>
              </a:tblGrid>
              <a:tr h="540643"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25395"/>
                  </a:ext>
                </a:extLst>
              </a:tr>
              <a:tr h="540643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Socioeconomic</a:t>
                      </a:r>
                    </a:p>
                  </a:txBody>
                  <a:tcPr marL="68580" marR="68580" marT="0" marB="0" vert="vert27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NoDocbcCost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Was there a time in the past 12 months when you needed to see a doctor but could not because of cost?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9266041"/>
                  </a:ext>
                </a:extLst>
              </a:tr>
              <a:tr h="54064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AnyHealthcare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 you have any kind of health care coverage, including health insurance, prepaid plans such as HMOs, or government plans such as Medicare or Medicaid?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8186794"/>
                  </a:ext>
                </a:extLst>
              </a:tr>
              <a:tr h="122814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Education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What is the highest grade or year of school you completed?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1= never attended school or only kindergarten; 2=Grades 1-8 (elementary); 3=Grades 9-11(some high school); 4=Grade 12 or GED(high school graduate); 5=College 1–3 years (some college or technical school); 6=College 4+ years (college graduate)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0479055"/>
                  </a:ext>
                </a:extLst>
              </a:tr>
              <a:tr h="696302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Is your annual household income from all sources…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1=&lt; $10k; 2=$10k-$14.99k; 3=$15k-£19.99k; 4=$20k-$24.99k; 5=$25k=$34.99k; 6=$35k-$49.99k; 7=$50k-£74.99k; 8=≥ $75k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5531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0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20AD-6A74-FCD3-4879-748D16DC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2B71-B8BF-BE2B-A6BF-5A2F4497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553616"/>
            <a:ext cx="10902631" cy="1757505"/>
          </a:xfrm>
        </p:spPr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Dataset (continued)</a:t>
            </a:r>
            <a:endParaRPr lang="en-GB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7295FC-3865-C284-FE06-044424CF3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31473"/>
              </p:ext>
            </p:extLst>
          </p:nvPr>
        </p:nvGraphicFramePr>
        <p:xfrm>
          <a:off x="820396" y="1136076"/>
          <a:ext cx="10631869" cy="4137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054">
                  <a:extLst>
                    <a:ext uri="{9D8B030D-6E8A-4147-A177-3AD203B41FA5}">
                      <a16:colId xmlns:a16="http://schemas.microsoft.com/office/drawing/2014/main" val="2635994272"/>
                    </a:ext>
                  </a:extLst>
                </a:gridCol>
                <a:gridCol w="1807696">
                  <a:extLst>
                    <a:ext uri="{9D8B030D-6E8A-4147-A177-3AD203B41FA5}">
                      <a16:colId xmlns:a16="http://schemas.microsoft.com/office/drawing/2014/main" val="1222392322"/>
                    </a:ext>
                  </a:extLst>
                </a:gridCol>
                <a:gridCol w="4777099">
                  <a:extLst>
                    <a:ext uri="{9D8B030D-6E8A-4147-A177-3AD203B41FA5}">
                      <a16:colId xmlns:a16="http://schemas.microsoft.com/office/drawing/2014/main" val="1121784234"/>
                    </a:ext>
                  </a:extLst>
                </a:gridCol>
                <a:gridCol w="3009020">
                  <a:extLst>
                    <a:ext uri="{9D8B030D-6E8A-4147-A177-3AD203B41FA5}">
                      <a16:colId xmlns:a16="http://schemas.microsoft.com/office/drawing/2014/main" val="2999083083"/>
                    </a:ext>
                  </a:extLst>
                </a:gridCol>
              </a:tblGrid>
              <a:tr h="674303"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25395"/>
                  </a:ext>
                </a:extLst>
              </a:tr>
              <a:tr h="674303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Lifestyle</a:t>
                      </a:r>
                    </a:p>
                  </a:txBody>
                  <a:tcPr marL="68580" marR="68580" marT="0" marB="0"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Smoker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Have you smoked at least 10 cigarettes in your entire life? (Note 5 packs=1—cigarettes)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9266041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HvyAlcholConsump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During the past 30 days, how many drinks of alcohol did you have on average per week?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Heavy drinkers (adult men having more than 14 drinks per week and adult women having more than 7 drinks per week)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3771729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 you eat fruit at least once per day?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3301568"/>
                  </a:ext>
                </a:extLst>
              </a:tr>
              <a:tr h="57024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Veggies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 you eat vegetables at least once per day?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 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243316"/>
                  </a:ext>
                </a:extLst>
              </a:tr>
              <a:tr h="674303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PhysActivity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During the past month, other than your regular job, did you participate in any physical activities or exercises such as running, calisthenics, golf, gardening, or walking for exercise?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noProof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0=no; 1=yes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372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004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6C25-9F82-0666-1774-6FAF54F1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9C53-393F-4D83-4F88-6536DAA5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553616"/>
            <a:ext cx="10902631" cy="1757505"/>
          </a:xfrm>
        </p:spPr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Trello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97CCB-4826-AC0B-DE29-A8038BDB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636"/>
            <a:ext cx="12192000" cy="470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681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1379</Words>
  <Application>Microsoft Office PowerPoint</Application>
  <PresentationFormat>Widescreen</PresentationFormat>
  <Paragraphs>189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Neue Haas Grotesk Text Pro</vt:lpstr>
      <vt:lpstr>VanillaVTI</vt:lpstr>
      <vt:lpstr>Identifying the Most Influential Drivers of Diabetes Risk</vt:lpstr>
      <vt:lpstr>Contents</vt:lpstr>
      <vt:lpstr>Key Research Question: </vt:lpstr>
      <vt:lpstr>Rationale for Choosing This Research </vt:lpstr>
      <vt:lpstr>Diabetes Health Indicators Dataset</vt:lpstr>
      <vt:lpstr>Dashboards of Key Findings</vt:lpstr>
      <vt:lpstr>Contents</vt:lpstr>
      <vt:lpstr>Key Drivers of Diabetes Risk</vt:lpstr>
      <vt:lpstr>PowerPoint Presentation</vt:lpstr>
      <vt:lpstr>PowerPoint Presentation</vt:lpstr>
      <vt:lpstr>PowerPoint Presentation</vt:lpstr>
      <vt:lpstr>Conclusions</vt:lpstr>
      <vt:lpstr>Recommendations</vt:lpstr>
      <vt:lpstr>Appendix</vt:lpstr>
      <vt:lpstr>The dataset contains 22 features, including Diabetes_012 (Target)</vt:lpstr>
      <vt:lpstr>Dataset (continued)</vt:lpstr>
      <vt:lpstr>Dataset (continued)</vt:lpstr>
      <vt:lpstr>Dataset (continued)</vt:lpstr>
      <vt:lpstr>Trello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McGarry</dc:creator>
  <cp:lastModifiedBy>Teresa McGarry</cp:lastModifiedBy>
  <cp:revision>1</cp:revision>
  <dcterms:created xsi:type="dcterms:W3CDTF">2026-01-16T08:40:00Z</dcterms:created>
  <dcterms:modified xsi:type="dcterms:W3CDTF">2026-01-22T16:56:52Z</dcterms:modified>
</cp:coreProperties>
</file>