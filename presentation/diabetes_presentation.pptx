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6"/>
  </p:notesMasterIdLst>
  <p:sldIdLst>
    <p:sldId id="256" r:id="rId2"/>
    <p:sldId id="263" r:id="rId3"/>
    <p:sldId id="265" r:id="rId4"/>
    <p:sldId id="264" r:id="rId5"/>
    <p:sldId id="278" r:id="rId6"/>
    <p:sldId id="267" r:id="rId7"/>
    <p:sldId id="268" r:id="rId8"/>
    <p:sldId id="277" r:id="rId9"/>
    <p:sldId id="274" r:id="rId10"/>
    <p:sldId id="271" r:id="rId11"/>
    <p:sldId id="275" r:id="rId12"/>
    <p:sldId id="276" r:id="rId13"/>
    <p:sldId id="279" r:id="rId14"/>
    <p:sldId id="28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A24FC0-A40D-40BB-9525-D493F1B15620}" v="57" dt="2026-01-19T10:08:38.6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46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resa McGarry" userId="8421fe9734d2ab63" providerId="LiveId" clId="{671C1C00-6090-4ECF-A5E1-F184CA4224DA}"/>
    <pc:docChg chg="undo custSel addSld delSld modSld sldOrd">
      <pc:chgData name="Teresa McGarry" userId="8421fe9734d2ab63" providerId="LiveId" clId="{671C1C00-6090-4ECF-A5E1-F184CA4224DA}" dt="2026-01-19T10:11:25.082" v="2487" actId="255"/>
      <pc:docMkLst>
        <pc:docMk/>
      </pc:docMkLst>
      <pc:sldChg chg="addSp delSp modSp mod">
        <pc:chgData name="Teresa McGarry" userId="8421fe9734d2ab63" providerId="LiveId" clId="{671C1C00-6090-4ECF-A5E1-F184CA4224DA}" dt="2026-01-18T18:32:17.609" v="851" actId="478"/>
        <pc:sldMkLst>
          <pc:docMk/>
          <pc:sldMk cId="1123576693" sldId="256"/>
        </pc:sldMkLst>
        <pc:spChg chg="mod">
          <ac:chgData name="Teresa McGarry" userId="8421fe9734d2ab63" providerId="LiveId" clId="{671C1C00-6090-4ECF-A5E1-F184CA4224DA}" dt="2026-01-18T18:17:50.953" v="382" actId="14100"/>
          <ac:spMkLst>
            <pc:docMk/>
            <pc:sldMk cId="1123576693" sldId="256"/>
            <ac:spMk id="2" creationId="{7D83E142-6541-04E0-5A3B-5F95958E05B2}"/>
          </ac:spMkLst>
        </pc:spChg>
        <pc:spChg chg="del mod">
          <ac:chgData name="Teresa McGarry" userId="8421fe9734d2ab63" providerId="LiveId" clId="{671C1C00-6090-4ECF-A5E1-F184CA4224DA}" dt="2026-01-18T18:32:13.283" v="850" actId="478"/>
          <ac:spMkLst>
            <pc:docMk/>
            <pc:sldMk cId="1123576693" sldId="256"/>
            <ac:spMk id="3" creationId="{F3BE33FC-60B8-43A7-6CE4-D3636B516E6B}"/>
          </ac:spMkLst>
        </pc:spChg>
        <pc:spChg chg="add del mod">
          <ac:chgData name="Teresa McGarry" userId="8421fe9734d2ab63" providerId="LiveId" clId="{671C1C00-6090-4ECF-A5E1-F184CA4224DA}" dt="2026-01-18T18:32:17.609" v="851" actId="478"/>
          <ac:spMkLst>
            <pc:docMk/>
            <pc:sldMk cId="1123576693" sldId="256"/>
            <ac:spMk id="5" creationId="{229CB08E-3377-3A71-9A39-B1A38591AAD1}"/>
          </ac:spMkLst>
        </pc:spChg>
        <pc:picChg chg="mod">
          <ac:chgData name="Teresa McGarry" userId="8421fe9734d2ab63" providerId="LiveId" clId="{671C1C00-6090-4ECF-A5E1-F184CA4224DA}" dt="2026-01-16T18:06:15.525" v="47" actId="14826"/>
          <ac:picMkLst>
            <pc:docMk/>
            <pc:sldMk cId="1123576693" sldId="256"/>
            <ac:picMk id="46" creationId="{FECB6F1F-50EE-05C4-D13C-1D6B864778EC}"/>
          </ac:picMkLst>
        </pc:picChg>
      </pc:sldChg>
      <pc:sldChg chg="del">
        <pc:chgData name="Teresa McGarry" userId="8421fe9734d2ab63" providerId="LiveId" clId="{671C1C00-6090-4ECF-A5E1-F184CA4224DA}" dt="2026-01-18T19:12:28.423" v="1145" actId="47"/>
        <pc:sldMkLst>
          <pc:docMk/>
          <pc:sldMk cId="1972428841" sldId="258"/>
        </pc:sldMkLst>
      </pc:sldChg>
      <pc:sldChg chg="modSp del mod">
        <pc:chgData name="Teresa McGarry" userId="8421fe9734d2ab63" providerId="LiveId" clId="{671C1C00-6090-4ECF-A5E1-F184CA4224DA}" dt="2026-01-18T18:31:32.931" v="834" actId="47"/>
        <pc:sldMkLst>
          <pc:docMk/>
          <pc:sldMk cId="1979474256" sldId="259"/>
        </pc:sldMkLst>
        <pc:spChg chg="mod">
          <ac:chgData name="Teresa McGarry" userId="8421fe9734d2ab63" providerId="LiveId" clId="{671C1C00-6090-4ECF-A5E1-F184CA4224DA}" dt="2026-01-18T18:18:22.626" v="383" actId="208"/>
          <ac:spMkLst>
            <pc:docMk/>
            <pc:sldMk cId="1979474256" sldId="259"/>
            <ac:spMk id="3" creationId="{0C6B7183-D43A-A5D5-E1A6-5DFB8F15A74E}"/>
          </ac:spMkLst>
        </pc:spChg>
      </pc:sldChg>
      <pc:sldChg chg="addSp new del mod">
        <pc:chgData name="Teresa McGarry" userId="8421fe9734d2ab63" providerId="LiveId" clId="{671C1C00-6090-4ECF-A5E1-F184CA4224DA}" dt="2026-01-18T19:12:24.474" v="1144" actId="47"/>
        <pc:sldMkLst>
          <pc:docMk/>
          <pc:sldMk cId="680784216" sldId="262"/>
        </pc:sldMkLst>
      </pc:sldChg>
      <pc:sldChg chg="addSp modSp new mod setBg">
        <pc:chgData name="Teresa McGarry" userId="8421fe9734d2ab63" providerId="LiveId" clId="{671C1C00-6090-4ECF-A5E1-F184CA4224DA}" dt="2026-01-19T10:11:04.333" v="2485" actId="255"/>
        <pc:sldMkLst>
          <pc:docMk/>
          <pc:sldMk cId="1382357335" sldId="263"/>
        </pc:sldMkLst>
        <pc:spChg chg="mod">
          <ac:chgData name="Teresa McGarry" userId="8421fe9734d2ab63" providerId="LiveId" clId="{671C1C00-6090-4ECF-A5E1-F184CA4224DA}" dt="2026-01-19T10:11:04.333" v="2485" actId="255"/>
          <ac:spMkLst>
            <pc:docMk/>
            <pc:sldMk cId="1382357335" sldId="263"/>
            <ac:spMk id="2" creationId="{B34AB11F-F914-1008-B495-20047CD63264}"/>
          </ac:spMkLst>
        </pc:spChg>
        <pc:spChg chg="add mod">
          <ac:chgData name="Teresa McGarry" userId="8421fe9734d2ab63" providerId="LiveId" clId="{671C1C00-6090-4ECF-A5E1-F184CA4224DA}" dt="2026-01-19T10:10:30.329" v="2483" actId="27636"/>
          <ac:spMkLst>
            <pc:docMk/>
            <pc:sldMk cId="1382357335" sldId="263"/>
            <ac:spMk id="3" creationId="{1FA394C7-F087-36DD-FA92-0C7EE06220DC}"/>
          </ac:spMkLst>
        </pc:spChg>
        <pc:spChg chg="add">
          <ac:chgData name="Teresa McGarry" userId="8421fe9734d2ab63" providerId="LiveId" clId="{671C1C00-6090-4ECF-A5E1-F184CA4224DA}" dt="2026-01-16T18:07:23.732" v="79" actId="26606"/>
          <ac:spMkLst>
            <pc:docMk/>
            <pc:sldMk cId="1382357335" sldId="263"/>
            <ac:spMk id="9" creationId="{2961259D-605E-E200-FF9F-7C8C71D7C8E4}"/>
          </ac:spMkLst>
        </pc:spChg>
        <pc:picChg chg="add mod">
          <ac:chgData name="Teresa McGarry" userId="8421fe9734d2ab63" providerId="LiveId" clId="{671C1C00-6090-4ECF-A5E1-F184CA4224DA}" dt="2026-01-16T18:07:37.644" v="80" actId="14826"/>
          <ac:picMkLst>
            <pc:docMk/>
            <pc:sldMk cId="1382357335" sldId="263"/>
            <ac:picMk id="5" creationId="{44FE26A7-C200-2FD2-655A-56AD8498F82D}"/>
          </ac:picMkLst>
        </pc:picChg>
      </pc:sldChg>
      <pc:sldChg chg="addSp delSp modSp new add del mod setBg setClrOvrMap">
        <pc:chgData name="Teresa McGarry" userId="8421fe9734d2ab63" providerId="LiveId" clId="{671C1C00-6090-4ECF-A5E1-F184CA4224DA}" dt="2026-01-19T10:11:25.082" v="2487" actId="255"/>
        <pc:sldMkLst>
          <pc:docMk/>
          <pc:sldMk cId="1259308984" sldId="264"/>
        </pc:sldMkLst>
        <pc:spChg chg="mod">
          <ac:chgData name="Teresa McGarry" userId="8421fe9734d2ab63" providerId="LiveId" clId="{671C1C00-6090-4ECF-A5E1-F184CA4224DA}" dt="2026-01-19T10:11:25.082" v="2487" actId="255"/>
          <ac:spMkLst>
            <pc:docMk/>
            <pc:sldMk cId="1259308984" sldId="264"/>
            <ac:spMk id="2" creationId="{962EC15C-D58A-42F4-13DA-5940D78B4713}"/>
          </ac:spMkLst>
        </pc:spChg>
        <pc:spChg chg="add mod topLvl">
          <ac:chgData name="Teresa McGarry" userId="8421fe9734d2ab63" providerId="LiveId" clId="{671C1C00-6090-4ECF-A5E1-F184CA4224DA}" dt="2026-01-19T08:56:15.542" v="1938" actId="20577"/>
          <ac:spMkLst>
            <pc:docMk/>
            <pc:sldMk cId="1259308984" sldId="264"/>
            <ac:spMk id="3" creationId="{35257943-BD3A-7B33-1984-DD081C427702}"/>
          </ac:spMkLst>
        </pc:spChg>
        <pc:spChg chg="del mod topLvl">
          <ac:chgData name="Teresa McGarry" userId="8421fe9734d2ab63" providerId="LiveId" clId="{671C1C00-6090-4ECF-A5E1-F184CA4224DA}" dt="2026-01-18T18:26:32.109" v="625" actId="478"/>
          <ac:spMkLst>
            <pc:docMk/>
            <pc:sldMk cId="1259308984" sldId="264"/>
            <ac:spMk id="8" creationId="{C7261A18-724A-172F-9A6B-DB4BB64C1ABE}"/>
          </ac:spMkLst>
        </pc:spChg>
        <pc:spChg chg="add del">
          <ac:chgData name="Teresa McGarry" userId="8421fe9734d2ab63" providerId="LiveId" clId="{671C1C00-6090-4ECF-A5E1-F184CA4224DA}" dt="2026-01-18T18:21:04.031" v="454" actId="26606"/>
          <ac:spMkLst>
            <pc:docMk/>
            <pc:sldMk cId="1259308984" sldId="264"/>
            <ac:spMk id="10" creationId="{14D27876-614E-CCD5-5142-A650DBF0B099}"/>
          </ac:spMkLst>
        </pc:spChg>
        <pc:spChg chg="add del">
          <ac:chgData name="Teresa McGarry" userId="8421fe9734d2ab63" providerId="LiveId" clId="{671C1C00-6090-4ECF-A5E1-F184CA4224DA}" dt="2026-01-18T18:21:35.984" v="456" actId="26606"/>
          <ac:spMkLst>
            <pc:docMk/>
            <pc:sldMk cId="1259308984" sldId="264"/>
            <ac:spMk id="12" creationId="{9B65F7F7-2FCE-8F01-53DE-15C39342BE99}"/>
          </ac:spMkLst>
        </pc:spChg>
        <pc:spChg chg="add mod">
          <ac:chgData name="Teresa McGarry" userId="8421fe9734d2ab63" providerId="LiveId" clId="{671C1C00-6090-4ECF-A5E1-F184CA4224DA}" dt="2026-01-19T08:55:32.464" v="1906" actId="164"/>
          <ac:spMkLst>
            <pc:docMk/>
            <pc:sldMk cId="1259308984" sldId="264"/>
            <ac:spMk id="17" creationId="{13E4C953-3FFF-2F8A-83D4-33EF5FCEB558}"/>
          </ac:spMkLst>
        </pc:spChg>
        <pc:spChg chg="add del">
          <ac:chgData name="Teresa McGarry" userId="8421fe9734d2ab63" providerId="LiveId" clId="{671C1C00-6090-4ECF-A5E1-F184CA4224DA}" dt="2026-01-18T18:28:15.953" v="639" actId="26606"/>
          <ac:spMkLst>
            <pc:docMk/>
            <pc:sldMk cId="1259308984" sldId="264"/>
            <ac:spMk id="20" creationId="{310135D4-D3A1-4556-B91B-4A12069D4231}"/>
          </ac:spMkLst>
        </pc:spChg>
        <pc:spChg chg="add del">
          <ac:chgData name="Teresa McGarry" userId="8421fe9734d2ab63" providerId="LiveId" clId="{671C1C00-6090-4ECF-A5E1-F184CA4224DA}" dt="2026-01-18T18:28:15.953" v="639" actId="26606"/>
          <ac:spMkLst>
            <pc:docMk/>
            <pc:sldMk cId="1259308984" sldId="264"/>
            <ac:spMk id="22" creationId="{A9CCD9CD-49AE-3D3E-923B-81ECD3FBF75F}"/>
          </ac:spMkLst>
        </pc:spChg>
        <pc:spChg chg="add">
          <ac:chgData name="Teresa McGarry" userId="8421fe9734d2ab63" providerId="LiveId" clId="{671C1C00-6090-4ECF-A5E1-F184CA4224DA}" dt="2026-01-18T18:28:15.953" v="639" actId="26606"/>
          <ac:spMkLst>
            <pc:docMk/>
            <pc:sldMk cId="1259308984" sldId="264"/>
            <ac:spMk id="27" creationId="{BA2AFC67-0973-EC0D-F14E-710D701B20BD}"/>
          </ac:spMkLst>
        </pc:spChg>
        <pc:grpChg chg="add del mod">
          <ac:chgData name="Teresa McGarry" userId="8421fe9734d2ab63" providerId="LiveId" clId="{671C1C00-6090-4ECF-A5E1-F184CA4224DA}" dt="2026-01-18T18:24:58.854" v="621" actId="165"/>
          <ac:grpSpMkLst>
            <pc:docMk/>
            <pc:sldMk cId="1259308984" sldId="264"/>
            <ac:grpSpMk id="6" creationId="{21BAA876-7C7F-5027-DF5F-9FAFF24D8962}"/>
          </ac:grpSpMkLst>
        </pc:grpChg>
        <pc:grpChg chg="add mod">
          <ac:chgData name="Teresa McGarry" userId="8421fe9734d2ab63" providerId="LiveId" clId="{671C1C00-6090-4ECF-A5E1-F184CA4224DA}" dt="2026-01-19T08:55:32.464" v="1906" actId="164"/>
          <ac:grpSpMkLst>
            <pc:docMk/>
            <pc:sldMk cId="1259308984" sldId="264"/>
            <ac:grpSpMk id="6" creationId="{BEC6EF66-8C6C-F568-FDAE-FC90233BAD0A}"/>
          </ac:grpSpMkLst>
        </pc:grpChg>
        <pc:grpChg chg="add del mod">
          <ac:chgData name="Teresa McGarry" userId="8421fe9734d2ab63" providerId="LiveId" clId="{671C1C00-6090-4ECF-A5E1-F184CA4224DA}" dt="2026-01-18T18:22:22.187" v="466" actId="478"/>
          <ac:grpSpMkLst>
            <pc:docMk/>
            <pc:sldMk cId="1259308984" sldId="264"/>
            <ac:grpSpMk id="7" creationId="{7AE3B8FC-D293-7383-A272-A7352A3B79A6}"/>
          </ac:grpSpMkLst>
        </pc:grpChg>
        <pc:picChg chg="add mod">
          <ac:chgData name="Teresa McGarry" userId="8421fe9734d2ab63" providerId="LiveId" clId="{671C1C00-6090-4ECF-A5E1-F184CA4224DA}" dt="2026-01-19T08:55:32.464" v="1906" actId="164"/>
          <ac:picMkLst>
            <pc:docMk/>
            <pc:sldMk cId="1259308984" sldId="264"/>
            <ac:picMk id="5" creationId="{64DF63AD-8F92-0AF2-AB0E-9F4D8A33D9B2}"/>
          </ac:picMkLst>
        </pc:picChg>
        <pc:picChg chg="add del mod topLvl">
          <ac:chgData name="Teresa McGarry" userId="8421fe9734d2ab63" providerId="LiveId" clId="{671C1C00-6090-4ECF-A5E1-F184CA4224DA}" dt="2026-01-18T18:26:35.725" v="627" actId="478"/>
          <ac:picMkLst>
            <pc:docMk/>
            <pc:sldMk cId="1259308984" sldId="264"/>
            <ac:picMk id="5" creationId="{760EF148-B283-85D1-1558-134036B240B0}"/>
          </ac:picMkLst>
        </pc:picChg>
        <pc:picChg chg="del mod topLvl">
          <ac:chgData name="Teresa McGarry" userId="8421fe9734d2ab63" providerId="LiveId" clId="{671C1C00-6090-4ECF-A5E1-F184CA4224DA}" dt="2026-01-18T18:22:22.187" v="466" actId="478"/>
          <ac:picMkLst>
            <pc:docMk/>
            <pc:sldMk cId="1259308984" sldId="264"/>
            <ac:picMk id="9" creationId="{17936272-C94F-F2A9-BFE2-B41823E3D375}"/>
          </ac:picMkLst>
        </pc:picChg>
        <pc:picChg chg="add del mod">
          <ac:chgData name="Teresa McGarry" userId="8421fe9734d2ab63" providerId="LiveId" clId="{671C1C00-6090-4ECF-A5E1-F184CA4224DA}" dt="2026-01-18T18:26:33.904" v="626" actId="478"/>
          <ac:picMkLst>
            <pc:docMk/>
            <pc:sldMk cId="1259308984" sldId="264"/>
            <ac:picMk id="13" creationId="{83E2429C-6C53-2C0D-D360-5344AAC05A28}"/>
          </ac:picMkLst>
        </pc:picChg>
        <pc:picChg chg="add mod ord modCrop">
          <ac:chgData name="Teresa McGarry" userId="8421fe9734d2ab63" providerId="LiveId" clId="{671C1C00-6090-4ECF-A5E1-F184CA4224DA}" dt="2026-01-19T10:09:54.689" v="2463" actId="14100"/>
          <ac:picMkLst>
            <pc:docMk/>
            <pc:sldMk cId="1259308984" sldId="264"/>
            <ac:picMk id="15" creationId="{DC838538-E287-E71E-00A3-C23F5045AE99}"/>
          </ac:picMkLst>
        </pc:picChg>
      </pc:sldChg>
      <pc:sldChg chg="addSp delSp modSp new mod ord setBg">
        <pc:chgData name="Teresa McGarry" userId="8421fe9734d2ab63" providerId="LiveId" clId="{671C1C00-6090-4ECF-A5E1-F184CA4224DA}" dt="2026-01-19T08:52:41.596" v="1830" actId="20577"/>
        <pc:sldMkLst>
          <pc:docMk/>
          <pc:sldMk cId="144578168" sldId="265"/>
        </pc:sldMkLst>
        <pc:spChg chg="mod">
          <ac:chgData name="Teresa McGarry" userId="8421fe9734d2ab63" providerId="LiveId" clId="{671C1C00-6090-4ECF-A5E1-F184CA4224DA}" dt="2026-01-18T19:02:26.828" v="1106" actId="14100"/>
          <ac:spMkLst>
            <pc:docMk/>
            <pc:sldMk cId="144578168" sldId="265"/>
            <ac:spMk id="2" creationId="{B9FBAD08-7A38-3D41-0620-F30AFC92E8C6}"/>
          </ac:spMkLst>
        </pc:spChg>
        <pc:spChg chg="add mod">
          <ac:chgData name="Teresa McGarry" userId="8421fe9734d2ab63" providerId="LiveId" clId="{671C1C00-6090-4ECF-A5E1-F184CA4224DA}" dt="2026-01-19T08:52:41.596" v="1830" actId="20577"/>
          <ac:spMkLst>
            <pc:docMk/>
            <pc:sldMk cId="144578168" sldId="265"/>
            <ac:spMk id="3" creationId="{3214CD0B-A477-0521-CAE5-B373A9758285}"/>
          </ac:spMkLst>
        </pc:spChg>
        <pc:spChg chg="add mod">
          <ac:chgData name="Teresa McGarry" userId="8421fe9734d2ab63" providerId="LiveId" clId="{671C1C00-6090-4ECF-A5E1-F184CA4224DA}" dt="2026-01-18T19:02:55.530" v="1111" actId="255"/>
          <ac:spMkLst>
            <pc:docMk/>
            <pc:sldMk cId="144578168" sldId="265"/>
            <ac:spMk id="7" creationId="{0B1DBB98-A8A9-0D3A-7F74-A6A4131824A9}"/>
          </ac:spMkLst>
        </pc:spChg>
        <pc:spChg chg="add del">
          <ac:chgData name="Teresa McGarry" userId="8421fe9734d2ab63" providerId="LiveId" clId="{671C1C00-6090-4ECF-A5E1-F184CA4224DA}" dt="2026-01-18T18:53:17.138" v="946" actId="26606"/>
          <ac:spMkLst>
            <pc:docMk/>
            <pc:sldMk cId="144578168" sldId="265"/>
            <ac:spMk id="9" creationId="{C20CE451-818C-E63D-258B-234B6C543D34}"/>
          </ac:spMkLst>
        </pc:spChg>
        <pc:spChg chg="add">
          <ac:chgData name="Teresa McGarry" userId="8421fe9734d2ab63" providerId="LiveId" clId="{671C1C00-6090-4ECF-A5E1-F184CA4224DA}" dt="2026-01-18T18:53:17.138" v="946" actId="26606"/>
          <ac:spMkLst>
            <pc:docMk/>
            <pc:sldMk cId="144578168" sldId="265"/>
            <ac:spMk id="14" creationId="{2961259D-605E-E200-FF9F-7C8C71D7C8E4}"/>
          </ac:spMkLst>
        </pc:spChg>
        <pc:picChg chg="add del mod">
          <ac:chgData name="Teresa McGarry" userId="8421fe9734d2ab63" providerId="LiveId" clId="{671C1C00-6090-4ECF-A5E1-F184CA4224DA}" dt="2026-01-18T18:52:45.105" v="944" actId="21"/>
          <ac:picMkLst>
            <pc:docMk/>
            <pc:sldMk cId="144578168" sldId="265"/>
            <ac:picMk id="4" creationId="{6A57D5C6-A3F2-DC27-1881-D84C302ABBFC}"/>
          </ac:picMkLst>
        </pc:picChg>
        <pc:picChg chg="add mod">
          <ac:chgData name="Teresa McGarry" userId="8421fe9734d2ab63" providerId="LiveId" clId="{671C1C00-6090-4ECF-A5E1-F184CA4224DA}" dt="2026-01-18T18:53:17.138" v="946" actId="26606"/>
          <ac:picMkLst>
            <pc:docMk/>
            <pc:sldMk cId="144578168" sldId="265"/>
            <ac:picMk id="6" creationId="{0ABA8691-798F-112C-3744-180486120463}"/>
          </ac:picMkLst>
        </pc:picChg>
      </pc:sldChg>
      <pc:sldChg chg="modSp add del mod">
        <pc:chgData name="Teresa McGarry" userId="8421fe9734d2ab63" providerId="LiveId" clId="{671C1C00-6090-4ECF-A5E1-F184CA4224DA}" dt="2026-01-18T18:57:26.814" v="1044" actId="47"/>
        <pc:sldMkLst>
          <pc:docMk/>
          <pc:sldMk cId="1522942040" sldId="266"/>
        </pc:sldMkLst>
      </pc:sldChg>
      <pc:sldChg chg="addSp delSp modSp add mod ord setBg addAnim delAnim">
        <pc:chgData name="Teresa McGarry" userId="8421fe9734d2ab63" providerId="LiveId" clId="{671C1C00-6090-4ECF-A5E1-F184CA4224DA}" dt="2026-01-18T19:09:36.528" v="1140"/>
        <pc:sldMkLst>
          <pc:docMk/>
          <pc:sldMk cId="2751950928" sldId="267"/>
        </pc:sldMkLst>
        <pc:spChg chg="del mod">
          <ac:chgData name="Teresa McGarry" userId="8421fe9734d2ab63" providerId="LiveId" clId="{671C1C00-6090-4ECF-A5E1-F184CA4224DA}" dt="2026-01-18T19:08:34.266" v="1129" actId="478"/>
          <ac:spMkLst>
            <pc:docMk/>
            <pc:sldMk cId="2751950928" sldId="267"/>
            <ac:spMk id="2" creationId="{32FFE281-A507-55CB-CCF3-869B49F7FB59}"/>
          </ac:spMkLst>
        </pc:spChg>
        <pc:spChg chg="add del mod">
          <ac:chgData name="Teresa McGarry" userId="8421fe9734d2ab63" providerId="LiveId" clId="{671C1C00-6090-4ECF-A5E1-F184CA4224DA}" dt="2026-01-18T19:08:37.116" v="1130" actId="478"/>
          <ac:spMkLst>
            <pc:docMk/>
            <pc:sldMk cId="2751950928" sldId="267"/>
            <ac:spMk id="6" creationId="{A32EDA5F-4546-B3C6-F2EF-A9C6A0B00994}"/>
          </ac:spMkLst>
        </pc:spChg>
        <pc:spChg chg="add">
          <ac:chgData name="Teresa McGarry" userId="8421fe9734d2ab63" providerId="LiveId" clId="{671C1C00-6090-4ECF-A5E1-F184CA4224DA}" dt="2026-01-18T19:08:05.702" v="1127" actId="26606"/>
          <ac:spMkLst>
            <pc:docMk/>
            <pc:sldMk cId="2751950928" sldId="267"/>
            <ac:spMk id="9" creationId="{80B98925-0550-1AFB-C1DC-02792400FB71}"/>
          </ac:spMkLst>
        </pc:spChg>
        <pc:picChg chg="add del mod">
          <ac:chgData name="Teresa McGarry" userId="8421fe9734d2ab63" providerId="LiveId" clId="{671C1C00-6090-4ECF-A5E1-F184CA4224DA}" dt="2026-01-18T19:08:50.028" v="1133" actId="478"/>
          <ac:picMkLst>
            <pc:docMk/>
            <pc:sldMk cId="2751950928" sldId="267"/>
            <ac:picMk id="4" creationId="{00BA336F-278C-C3F4-5201-A1F0FA8959CD}"/>
          </ac:picMkLst>
        </pc:picChg>
        <pc:picChg chg="add">
          <ac:chgData name="Teresa McGarry" userId="8421fe9734d2ab63" providerId="LiveId" clId="{671C1C00-6090-4ECF-A5E1-F184CA4224DA}" dt="2026-01-18T19:09:02.885" v="1134" actId="22"/>
          <ac:picMkLst>
            <pc:docMk/>
            <pc:sldMk cId="2751950928" sldId="267"/>
            <ac:picMk id="8" creationId="{14008904-19C4-B58A-CD4C-03A8F3E3E27F}"/>
          </ac:picMkLst>
        </pc:picChg>
      </pc:sldChg>
      <pc:sldChg chg="addSp delSp modSp add mod ord setBg">
        <pc:chgData name="Teresa McGarry" userId="8421fe9734d2ab63" providerId="LiveId" clId="{671C1C00-6090-4ECF-A5E1-F184CA4224DA}" dt="2026-01-19T09:00:46.412" v="1944" actId="26606"/>
        <pc:sldMkLst>
          <pc:docMk/>
          <pc:sldMk cId="1754267123" sldId="268"/>
        </pc:sldMkLst>
        <pc:spChg chg="del mod">
          <ac:chgData name="Teresa McGarry" userId="8421fe9734d2ab63" providerId="LiveId" clId="{671C1C00-6090-4ECF-A5E1-F184CA4224DA}" dt="2026-01-18T19:12:09.979" v="1141" actId="478"/>
          <ac:spMkLst>
            <pc:docMk/>
            <pc:sldMk cId="1754267123" sldId="268"/>
            <ac:spMk id="2" creationId="{52D0A8C2-61AA-C048-0117-867E150AD6B9}"/>
          </ac:spMkLst>
        </pc:spChg>
        <pc:spChg chg="add del mod">
          <ac:chgData name="Teresa McGarry" userId="8421fe9734d2ab63" providerId="LiveId" clId="{671C1C00-6090-4ECF-A5E1-F184CA4224DA}" dt="2026-01-18T19:12:11.764" v="1142" actId="478"/>
          <ac:spMkLst>
            <pc:docMk/>
            <pc:sldMk cId="1754267123" sldId="268"/>
            <ac:spMk id="4" creationId="{DEEAF6DD-6F3E-5F45-19AB-6885AE1A3AC1}"/>
          </ac:spMkLst>
        </pc:spChg>
        <pc:spChg chg="add del">
          <ac:chgData name="Teresa McGarry" userId="8421fe9734d2ab63" providerId="LiveId" clId="{671C1C00-6090-4ECF-A5E1-F184CA4224DA}" dt="2026-01-19T09:00:46.407" v="1943" actId="26606"/>
          <ac:spMkLst>
            <pc:docMk/>
            <pc:sldMk cId="1754267123" sldId="268"/>
            <ac:spMk id="8" creationId="{6D48EA17-F2CF-2F98-FC06-DBB6A2AECB81}"/>
          </ac:spMkLst>
        </pc:spChg>
        <pc:spChg chg="add del">
          <ac:chgData name="Teresa McGarry" userId="8421fe9734d2ab63" providerId="LiveId" clId="{671C1C00-6090-4ECF-A5E1-F184CA4224DA}" dt="2026-01-19T09:00:46.407" v="1943" actId="26606"/>
          <ac:spMkLst>
            <pc:docMk/>
            <pc:sldMk cId="1754267123" sldId="268"/>
            <ac:spMk id="10" creationId="{4D3D4267-6754-E656-C65D-257297D453DD}"/>
          </ac:spMkLst>
        </pc:spChg>
        <pc:spChg chg="add">
          <ac:chgData name="Teresa McGarry" userId="8421fe9734d2ab63" providerId="LiveId" clId="{671C1C00-6090-4ECF-A5E1-F184CA4224DA}" dt="2026-01-19T09:00:46.412" v="1944" actId="26606"/>
          <ac:spMkLst>
            <pc:docMk/>
            <pc:sldMk cId="1754267123" sldId="268"/>
            <ac:spMk id="12" creationId="{35D3817B-01DA-DCDA-FA18-49D6FF003762}"/>
          </ac:spMkLst>
        </pc:spChg>
        <pc:picChg chg="add mod">
          <ac:chgData name="Teresa McGarry" userId="8421fe9734d2ab63" providerId="LiveId" clId="{671C1C00-6090-4ECF-A5E1-F184CA4224DA}" dt="2026-01-19T09:00:46.412" v="1944" actId="26606"/>
          <ac:picMkLst>
            <pc:docMk/>
            <pc:sldMk cId="1754267123" sldId="268"/>
            <ac:picMk id="3" creationId="{3E911D13-9389-9C7F-A39A-FD6AA46ECF7A}"/>
          </ac:picMkLst>
        </pc:picChg>
        <pc:picChg chg="add del">
          <ac:chgData name="Teresa McGarry" userId="8421fe9734d2ab63" providerId="LiveId" clId="{671C1C00-6090-4ECF-A5E1-F184CA4224DA}" dt="2026-01-19T09:00:37.466" v="1940" actId="478"/>
          <ac:picMkLst>
            <pc:docMk/>
            <pc:sldMk cId="1754267123" sldId="268"/>
            <ac:picMk id="6" creationId="{0128E114-6A88-5DF3-19AA-4DB7E05B6F5D}"/>
          </ac:picMkLst>
        </pc:picChg>
      </pc:sldChg>
      <pc:sldChg chg="modSp add del mod ord">
        <pc:chgData name="Teresa McGarry" userId="8421fe9734d2ab63" providerId="LiveId" clId="{671C1C00-6090-4ECF-A5E1-F184CA4224DA}" dt="2026-01-19T10:07:15.007" v="2359" actId="47"/>
        <pc:sldMkLst>
          <pc:docMk/>
          <pc:sldMk cId="2241886125" sldId="269"/>
        </pc:sldMkLst>
        <pc:spChg chg="mod">
          <ac:chgData name="Teresa McGarry" userId="8421fe9734d2ab63" providerId="LiveId" clId="{671C1C00-6090-4ECF-A5E1-F184CA4224DA}" dt="2026-01-19T10:06:14.758" v="2267" actId="20577"/>
          <ac:spMkLst>
            <pc:docMk/>
            <pc:sldMk cId="2241886125" sldId="269"/>
            <ac:spMk id="2" creationId="{95CEFB6B-974A-0937-92E9-248C7AD12306}"/>
          </ac:spMkLst>
        </pc:spChg>
      </pc:sldChg>
      <pc:sldChg chg="add del">
        <pc:chgData name="Teresa McGarry" userId="8421fe9734d2ab63" providerId="LiveId" clId="{671C1C00-6090-4ECF-A5E1-F184CA4224DA}" dt="2026-01-18T18:29:44.481" v="683" actId="47"/>
        <pc:sldMkLst>
          <pc:docMk/>
          <pc:sldMk cId="703726503" sldId="270"/>
        </pc:sldMkLst>
      </pc:sldChg>
      <pc:sldChg chg="add del">
        <pc:chgData name="Teresa McGarry" userId="8421fe9734d2ab63" providerId="LiveId" clId="{671C1C00-6090-4ECF-A5E1-F184CA4224DA}" dt="2026-01-18T19:09:32.290" v="1138" actId="47"/>
        <pc:sldMkLst>
          <pc:docMk/>
          <pc:sldMk cId="892776491" sldId="270"/>
        </pc:sldMkLst>
      </pc:sldChg>
      <pc:sldChg chg="addSp delSp modSp new del mod ord">
        <pc:chgData name="Teresa McGarry" userId="8421fe9734d2ab63" providerId="LiveId" clId="{671C1C00-6090-4ECF-A5E1-F184CA4224DA}" dt="2026-01-19T09:02:17.926" v="1952" actId="47"/>
        <pc:sldMkLst>
          <pc:docMk/>
          <pc:sldMk cId="2801530638" sldId="270"/>
        </pc:sldMkLst>
        <pc:spChg chg="mod">
          <ac:chgData name="Teresa McGarry" userId="8421fe9734d2ab63" providerId="LiveId" clId="{671C1C00-6090-4ECF-A5E1-F184CA4224DA}" dt="2026-01-18T19:48:11.257" v="1215" actId="14100"/>
          <ac:spMkLst>
            <pc:docMk/>
            <pc:sldMk cId="2801530638" sldId="270"/>
            <ac:spMk id="2" creationId="{27C34A93-456B-357F-61AC-BA21488284A1}"/>
          </ac:spMkLst>
        </pc:spChg>
        <pc:spChg chg="del">
          <ac:chgData name="Teresa McGarry" userId="8421fe9734d2ab63" providerId="LiveId" clId="{671C1C00-6090-4ECF-A5E1-F184CA4224DA}" dt="2026-01-18T19:13:43.090" v="1160" actId="3680"/>
          <ac:spMkLst>
            <pc:docMk/>
            <pc:sldMk cId="2801530638" sldId="270"/>
            <ac:spMk id="3" creationId="{B2B20DCB-DB94-9B11-751B-033F6AABA745}"/>
          </ac:spMkLst>
        </pc:spChg>
        <pc:spChg chg="del">
          <ac:chgData name="Teresa McGarry" userId="8421fe9734d2ab63" providerId="LiveId" clId="{671C1C00-6090-4ECF-A5E1-F184CA4224DA}" dt="2026-01-18T19:15:16.351" v="1174" actId="478"/>
          <ac:spMkLst>
            <pc:docMk/>
            <pc:sldMk cId="2801530638" sldId="270"/>
            <ac:spMk id="4" creationId="{56D3737D-5C31-0740-A236-CC4055E79F4B}"/>
          </ac:spMkLst>
        </pc:spChg>
        <pc:spChg chg="add del mod">
          <ac:chgData name="Teresa McGarry" userId="8421fe9734d2ab63" providerId="LiveId" clId="{671C1C00-6090-4ECF-A5E1-F184CA4224DA}" dt="2026-01-18T19:14:40.639" v="1169" actId="478"/>
          <ac:spMkLst>
            <pc:docMk/>
            <pc:sldMk cId="2801530638" sldId="270"/>
            <ac:spMk id="7" creationId="{D92DC5ED-0D07-7690-ED71-D04387736A72}"/>
          </ac:spMkLst>
        </pc:spChg>
        <pc:graphicFrameChg chg="add del mod ord modGraphic">
          <ac:chgData name="Teresa McGarry" userId="8421fe9734d2ab63" providerId="LiveId" clId="{671C1C00-6090-4ECF-A5E1-F184CA4224DA}" dt="2026-01-18T19:14:37.807" v="1168" actId="478"/>
          <ac:graphicFrameMkLst>
            <pc:docMk/>
            <pc:sldMk cId="2801530638" sldId="270"/>
            <ac:graphicFrameMk id="5" creationId="{A3A0B301-6777-ABBC-C76E-DD3DCF7F1B4A}"/>
          </ac:graphicFrameMkLst>
        </pc:graphicFrameChg>
        <pc:graphicFrameChg chg="add mod modGraphic">
          <ac:chgData name="Teresa McGarry" userId="8421fe9734d2ab63" providerId="LiveId" clId="{671C1C00-6090-4ECF-A5E1-F184CA4224DA}" dt="2026-01-18T19:58:05.228" v="1473" actId="14734"/>
          <ac:graphicFrameMkLst>
            <pc:docMk/>
            <pc:sldMk cId="2801530638" sldId="270"/>
            <ac:graphicFrameMk id="8" creationId="{C86ABA0B-8305-269B-73AC-CDCA8AAE0F0D}"/>
          </ac:graphicFrameMkLst>
        </pc:graphicFrameChg>
      </pc:sldChg>
      <pc:sldChg chg="modSp add mod ord">
        <pc:chgData name="Teresa McGarry" userId="8421fe9734d2ab63" providerId="LiveId" clId="{671C1C00-6090-4ECF-A5E1-F184CA4224DA}" dt="2026-01-19T10:01:42.065" v="2110" actId="207"/>
        <pc:sldMkLst>
          <pc:docMk/>
          <pc:sldMk cId="437107470" sldId="271"/>
        </pc:sldMkLst>
        <pc:graphicFrameChg chg="mod modGraphic">
          <ac:chgData name="Teresa McGarry" userId="8421fe9734d2ab63" providerId="LiveId" clId="{671C1C00-6090-4ECF-A5E1-F184CA4224DA}" dt="2026-01-19T10:01:42.065" v="2110" actId="207"/>
          <ac:graphicFrameMkLst>
            <pc:docMk/>
            <pc:sldMk cId="437107470" sldId="271"/>
            <ac:graphicFrameMk id="8" creationId="{FB54C7B1-3EFA-D407-4C76-73B4F820E903}"/>
          </ac:graphicFrameMkLst>
        </pc:graphicFrameChg>
      </pc:sldChg>
      <pc:sldChg chg="add del">
        <pc:chgData name="Teresa McGarry" userId="8421fe9734d2ab63" providerId="LiveId" clId="{671C1C00-6090-4ECF-A5E1-F184CA4224DA}" dt="2026-01-18T20:12:10.547" v="1766" actId="47"/>
        <pc:sldMkLst>
          <pc:docMk/>
          <pc:sldMk cId="819208507" sldId="272"/>
        </pc:sldMkLst>
      </pc:sldChg>
      <pc:sldChg chg="add del ord">
        <pc:chgData name="Teresa McGarry" userId="8421fe9734d2ab63" providerId="LiveId" clId="{671C1C00-6090-4ECF-A5E1-F184CA4224DA}" dt="2026-01-18T20:01:13.109" v="1570" actId="47"/>
        <pc:sldMkLst>
          <pc:docMk/>
          <pc:sldMk cId="3786282339" sldId="272"/>
        </pc:sldMkLst>
      </pc:sldChg>
      <pc:sldChg chg="add del">
        <pc:chgData name="Teresa McGarry" userId="8421fe9734d2ab63" providerId="LiveId" clId="{671C1C00-6090-4ECF-A5E1-F184CA4224DA}" dt="2026-01-18T20:12:13.846" v="1767" actId="47"/>
        <pc:sldMkLst>
          <pc:docMk/>
          <pc:sldMk cId="3100483084" sldId="273"/>
        </pc:sldMkLst>
      </pc:sldChg>
      <pc:sldChg chg="modSp add mod ord">
        <pc:chgData name="Teresa McGarry" userId="8421fe9734d2ab63" providerId="LiveId" clId="{671C1C00-6090-4ECF-A5E1-F184CA4224DA}" dt="2026-01-19T10:04:47.687" v="2226" actId="20577"/>
        <pc:sldMkLst>
          <pc:docMk/>
          <pc:sldMk cId="180499834" sldId="274"/>
        </pc:sldMkLst>
        <pc:spChg chg="mod">
          <ac:chgData name="Teresa McGarry" userId="8421fe9734d2ab63" providerId="LiveId" clId="{671C1C00-6090-4ECF-A5E1-F184CA4224DA}" dt="2026-01-19T10:04:47.687" v="2226" actId="20577"/>
          <ac:spMkLst>
            <pc:docMk/>
            <pc:sldMk cId="180499834" sldId="274"/>
            <ac:spMk id="2" creationId="{3F3DB12D-318B-1248-7A6B-32EECA0437CF}"/>
          </ac:spMkLst>
        </pc:spChg>
        <pc:graphicFrameChg chg="mod modGraphic">
          <ac:chgData name="Teresa McGarry" userId="8421fe9734d2ab63" providerId="LiveId" clId="{671C1C00-6090-4ECF-A5E1-F184CA4224DA}" dt="2026-01-19T10:00:58.778" v="2107" actId="20577"/>
          <ac:graphicFrameMkLst>
            <pc:docMk/>
            <pc:sldMk cId="180499834" sldId="274"/>
            <ac:graphicFrameMk id="8" creationId="{B3263B9C-1C94-7976-89DB-87E5EBEBC85A}"/>
          </ac:graphicFrameMkLst>
        </pc:graphicFrameChg>
      </pc:sldChg>
      <pc:sldChg chg="add del">
        <pc:chgData name="Teresa McGarry" userId="8421fe9734d2ab63" providerId="LiveId" clId="{671C1C00-6090-4ECF-A5E1-F184CA4224DA}" dt="2026-01-18T20:06:28.591" v="1651" actId="47"/>
        <pc:sldMkLst>
          <pc:docMk/>
          <pc:sldMk cId="880427873" sldId="274"/>
        </pc:sldMkLst>
      </pc:sldChg>
      <pc:sldChg chg="modSp add mod">
        <pc:chgData name="Teresa McGarry" userId="8421fe9734d2ab63" providerId="LiveId" clId="{671C1C00-6090-4ECF-A5E1-F184CA4224DA}" dt="2026-01-19T10:02:20.068" v="2112" actId="2165"/>
        <pc:sldMkLst>
          <pc:docMk/>
          <pc:sldMk cId="318700713" sldId="275"/>
        </pc:sldMkLst>
        <pc:graphicFrameChg chg="mod modGraphic">
          <ac:chgData name="Teresa McGarry" userId="8421fe9734d2ab63" providerId="LiveId" clId="{671C1C00-6090-4ECF-A5E1-F184CA4224DA}" dt="2026-01-19T10:02:20.068" v="2112" actId="2165"/>
          <ac:graphicFrameMkLst>
            <pc:docMk/>
            <pc:sldMk cId="318700713" sldId="275"/>
            <ac:graphicFrameMk id="8" creationId="{5C37F376-38F7-B363-39AF-84FF1BCB3538}"/>
          </ac:graphicFrameMkLst>
        </pc:graphicFrameChg>
      </pc:sldChg>
      <pc:sldChg chg="modSp add del mod ord">
        <pc:chgData name="Teresa McGarry" userId="8421fe9734d2ab63" providerId="LiveId" clId="{671C1C00-6090-4ECF-A5E1-F184CA4224DA}" dt="2026-01-19T10:07:34.752" v="2361" actId="2696"/>
        <pc:sldMkLst>
          <pc:docMk/>
          <pc:sldMk cId="2388004443" sldId="276"/>
        </pc:sldMkLst>
        <pc:graphicFrameChg chg="mod modGraphic">
          <ac:chgData name="Teresa McGarry" userId="8421fe9734d2ab63" providerId="LiveId" clId="{671C1C00-6090-4ECF-A5E1-F184CA4224DA}" dt="2026-01-19T10:03:17.017" v="2131" actId="6549"/>
          <ac:graphicFrameMkLst>
            <pc:docMk/>
            <pc:sldMk cId="2388004443" sldId="276"/>
            <ac:graphicFrameMk id="8" creationId="{7B7295FC-3865-C284-FE06-044424CF3104}"/>
          </ac:graphicFrameMkLst>
        </pc:graphicFrameChg>
      </pc:sldChg>
      <pc:sldChg chg="modSp add mod ord">
        <pc:chgData name="Teresa McGarry" userId="8421fe9734d2ab63" providerId="LiveId" clId="{671C1C00-6090-4ECF-A5E1-F184CA4224DA}" dt="2026-01-19T10:04:33.511" v="2215" actId="6549"/>
        <pc:sldMkLst>
          <pc:docMk/>
          <pc:sldMk cId="3126628641" sldId="277"/>
        </pc:sldMkLst>
        <pc:spChg chg="mod">
          <ac:chgData name="Teresa McGarry" userId="8421fe9734d2ab63" providerId="LiveId" clId="{671C1C00-6090-4ECF-A5E1-F184CA4224DA}" dt="2026-01-19T10:03:47.663" v="2144" actId="20577"/>
          <ac:spMkLst>
            <pc:docMk/>
            <pc:sldMk cId="3126628641" sldId="277"/>
            <ac:spMk id="2" creationId="{574E574F-FB7A-6A08-1EA7-29B1D0329A19}"/>
          </ac:spMkLst>
        </pc:spChg>
        <pc:spChg chg="mod">
          <ac:chgData name="Teresa McGarry" userId="8421fe9734d2ab63" providerId="LiveId" clId="{671C1C00-6090-4ECF-A5E1-F184CA4224DA}" dt="2026-01-19T10:04:33.511" v="2215" actId="6549"/>
          <ac:spMkLst>
            <pc:docMk/>
            <pc:sldMk cId="3126628641" sldId="277"/>
            <ac:spMk id="3" creationId="{D46B9128-4CBC-39DC-CD99-AB868EA12734}"/>
          </ac:spMkLst>
        </pc:spChg>
      </pc:sldChg>
      <pc:sldChg chg="modSp new mod">
        <pc:chgData name="Teresa McGarry" userId="8421fe9734d2ab63" providerId="LiveId" clId="{671C1C00-6090-4ECF-A5E1-F184CA4224DA}" dt="2026-01-19T10:07:10.378" v="2358" actId="122"/>
        <pc:sldMkLst>
          <pc:docMk/>
          <pc:sldMk cId="3632759575" sldId="278"/>
        </pc:sldMkLst>
        <pc:spChg chg="mod">
          <ac:chgData name="Teresa McGarry" userId="8421fe9734d2ab63" providerId="LiveId" clId="{671C1C00-6090-4ECF-A5E1-F184CA4224DA}" dt="2026-01-19T10:06:33.516" v="2304" actId="6549"/>
          <ac:spMkLst>
            <pc:docMk/>
            <pc:sldMk cId="3632759575" sldId="278"/>
            <ac:spMk id="2" creationId="{5413C032-0281-5D24-4A38-7A5CFA39C01B}"/>
          </ac:spMkLst>
        </pc:spChg>
        <pc:spChg chg="mod">
          <ac:chgData name="Teresa McGarry" userId="8421fe9734d2ab63" providerId="LiveId" clId="{671C1C00-6090-4ECF-A5E1-F184CA4224DA}" dt="2026-01-19T10:07:06.941" v="2357" actId="122"/>
          <ac:spMkLst>
            <pc:docMk/>
            <pc:sldMk cId="3632759575" sldId="278"/>
            <ac:spMk id="3" creationId="{AA9E3919-197F-1C70-3833-6BC43D72A57B}"/>
          </ac:spMkLst>
        </pc:spChg>
        <pc:spChg chg="mod">
          <ac:chgData name="Teresa McGarry" userId="8421fe9734d2ab63" providerId="LiveId" clId="{671C1C00-6090-4ECF-A5E1-F184CA4224DA}" dt="2026-01-19T10:07:10.378" v="2358" actId="122"/>
          <ac:spMkLst>
            <pc:docMk/>
            <pc:sldMk cId="3632759575" sldId="278"/>
            <ac:spMk id="5" creationId="{C5DBB7BB-6C9E-AA05-D79E-B4984D15359B}"/>
          </ac:spMkLst>
        </pc:spChg>
      </pc:sldChg>
      <pc:sldChg chg="delSp modSp add mod">
        <pc:chgData name="Teresa McGarry" userId="8421fe9734d2ab63" providerId="LiveId" clId="{671C1C00-6090-4ECF-A5E1-F184CA4224DA}" dt="2026-01-19T10:09:08.065" v="2423" actId="20577"/>
        <pc:sldMkLst>
          <pc:docMk/>
          <pc:sldMk cId="468168177" sldId="279"/>
        </pc:sldMkLst>
        <pc:spChg chg="mod">
          <ac:chgData name="Teresa McGarry" userId="8421fe9734d2ab63" providerId="LiveId" clId="{671C1C00-6090-4ECF-A5E1-F184CA4224DA}" dt="2026-01-19T10:09:08.065" v="2423" actId="20577"/>
          <ac:spMkLst>
            <pc:docMk/>
            <pc:sldMk cId="468168177" sldId="279"/>
            <ac:spMk id="2" creationId="{320E9C53-393F-4D83-4F88-6536DAA5846C}"/>
          </ac:spMkLst>
        </pc:spChg>
        <pc:graphicFrameChg chg="del">
          <ac:chgData name="Teresa McGarry" userId="8421fe9734d2ab63" providerId="LiveId" clId="{671C1C00-6090-4ECF-A5E1-F184CA4224DA}" dt="2026-01-19T10:07:59.131" v="2401" actId="478"/>
          <ac:graphicFrameMkLst>
            <pc:docMk/>
            <pc:sldMk cId="468168177" sldId="279"/>
            <ac:graphicFrameMk id="8" creationId="{282DB99B-F89D-6B5C-9E0F-F98A8797B219}"/>
          </ac:graphicFrameMkLst>
        </pc:graphicFrameChg>
      </pc:sldChg>
      <pc:sldChg chg="add">
        <pc:chgData name="Teresa McGarry" userId="8421fe9734d2ab63" providerId="LiveId" clId="{671C1C00-6090-4ECF-A5E1-F184CA4224DA}" dt="2026-01-19T10:09:02.880" v="2411" actId="2890"/>
        <pc:sldMkLst>
          <pc:docMk/>
          <pc:sldMk cId="1126517385" sldId="28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30F33-C2ED-48ED-829E-480492D420E4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4DC9A-E73B-40C3-8412-061FA42C5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6933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94DC9A-E73B-40C3-8412-061FA42C55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4441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331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765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798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984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64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049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249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210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975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193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4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714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FECB6F1F-50EE-05C4-D13C-1D6B86477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35" b="9635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495DEB6A-976D-98B6-8875-F4C24095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2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3000">
                <a:schemeClr val="bg1">
                  <a:alpha val="25000"/>
                </a:schemeClr>
              </a:gs>
              <a:gs pos="59000">
                <a:schemeClr val="bg1">
                  <a:alpha val="35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3E142-6541-04E0-5A3B-5F95958E05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28447"/>
            <a:ext cx="10071645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pPr algn="l"/>
            <a:r>
              <a:rPr lang="en-GB" dirty="0"/>
              <a:t>Determining the best predictors of Diabetes</a:t>
            </a:r>
          </a:p>
        </p:txBody>
      </p:sp>
    </p:spTree>
    <p:extLst>
      <p:ext uri="{BB962C8B-B14F-4D97-AF65-F5344CB8AC3E}">
        <p14:creationId xmlns:p14="http://schemas.microsoft.com/office/powerpoint/2010/main" val="1123576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4AB11F-F914-1008-B495-20047CD63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A394C7-F087-36DD-FA92-0C7EE06220DC}"/>
              </a:ext>
            </a:extLst>
          </p:cNvPr>
          <p:cNvSpPr txBox="1">
            <a:spLocks/>
          </p:cNvSpPr>
          <p:nvPr/>
        </p:nvSpPr>
        <p:spPr>
          <a:xfrm>
            <a:off x="612647" y="2212848"/>
            <a:ext cx="6733033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Key Research Question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Diabetes Dataset 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lvl="1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Dashboards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Next Steps</a:t>
            </a:r>
          </a:p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Appendix: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Diabetes dataset explored: features, questions and codes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Trello Board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Analysis undertaken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FE26A7-C200-2FD2-655A-56AD8498F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357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BAD08-7A38-3D41-0620-F30AFC92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97" y="600074"/>
            <a:ext cx="6624731" cy="8868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28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Research Question:</a:t>
            </a:r>
            <a:br>
              <a:rPr lang="en-US" sz="24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200" b="1" kern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4CD0B-A477-0521-CAE5-B373A9758285}"/>
              </a:ext>
            </a:extLst>
          </p:cNvPr>
          <p:cNvSpPr txBox="1"/>
          <p:nvPr/>
        </p:nvSpPr>
        <p:spPr>
          <a:xfrm>
            <a:off x="441731" y="2221235"/>
            <a:ext cx="6035041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14300">
              <a:lnSpc>
                <a:spcPct val="110000"/>
              </a:lnSpc>
              <a:spcAft>
                <a:spcPts val="6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Rationale for data analysis:</a:t>
            </a: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Diabetes is one of the most common chronic diseases in the United States, affecting millions and placing a substantial burden on the healthcare system </a:t>
            </a: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2021: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38.4 million Americans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 had 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97.6 million adults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 had prediabetes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1.2 million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  had a new diagnosis of diabetes</a:t>
            </a: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Although there is no cure, early detection improves outcomes, making predictive models valuable tools for clinicians and public‑health planning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7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BA8691-798F-112C-3744-180486120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70" r="34777" b="-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1DBB98-A8A9-0D3A-7F74-A6A4131824A9}"/>
              </a:ext>
            </a:extLst>
          </p:cNvPr>
          <p:cNvSpPr txBox="1"/>
          <p:nvPr/>
        </p:nvSpPr>
        <p:spPr>
          <a:xfrm>
            <a:off x="510097" y="1043521"/>
            <a:ext cx="671964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Which health, behavioral and socioeconomic factors are the strongest predictors of diabetes status in the US population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44578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A2AFC67-0973-EC0D-F14E-710D701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EC15C-D58A-42F4-13DA-5940D78B4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6585817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Diabetes Health Indicators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57943-BD3A-7B33-1984-DD081C427702}"/>
              </a:ext>
            </a:extLst>
          </p:cNvPr>
          <p:cNvSpPr txBox="1">
            <a:spLocks/>
          </p:cNvSpPr>
          <p:nvPr/>
        </p:nvSpPr>
        <p:spPr>
          <a:xfrm>
            <a:off x="612648" y="1809345"/>
            <a:ext cx="6118892" cy="45259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A large secondary health dataset (n = 253,680) was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analysed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using descriptive and comparative methods to examine patterns associated with diabetes status (Diabetes_012). There were 3 outcomes:</a:t>
            </a:r>
          </a:p>
          <a:p>
            <a:r>
              <a:rPr lang="en-GB" sz="1800" dirty="0">
                <a:latin typeface="Arial" panose="020B0604020202020204" pitchFamily="34" charset="0"/>
                <a:cs typeface="Arial" panose="020B0604020202020204" pitchFamily="34" charset="0"/>
              </a:rPr>
              <a:t>No diabetes: 213,703 individuals (84.24%)</a:t>
            </a:r>
          </a:p>
          <a:p>
            <a:r>
              <a:rPr lang="en-GB" sz="1800" dirty="0">
                <a:latin typeface="Arial" panose="020B0604020202020204" pitchFamily="34" charset="0"/>
                <a:cs typeface="Arial" panose="020B0604020202020204" pitchFamily="34" charset="0"/>
              </a:rPr>
              <a:t>Prediabetes: 4,631 individuals (1.82%)</a:t>
            </a:r>
          </a:p>
          <a:p>
            <a:r>
              <a:rPr lang="en-GB" sz="1800" dirty="0">
                <a:latin typeface="Arial" panose="020B0604020202020204" pitchFamily="34" charset="0"/>
                <a:cs typeface="Arial" panose="020B0604020202020204" pitchFamily="34" charset="0"/>
              </a:rPr>
              <a:t>Diabetes: 35,346 individuals (13.93%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Visual and statistical techniques were used to explore relationships between diabetes outcomes and health,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behavioural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and socioeconomic factors, with results interpreted at a population level.</a:t>
            </a:r>
          </a:p>
        </p:txBody>
      </p:sp>
      <p:pic>
        <p:nvPicPr>
          <p:cNvPr id="15" name="Picture 14" descr="Doctor getting patient's weight">
            <a:extLst>
              <a:ext uri="{FF2B5EF4-FFF2-40B4-BE49-F238E27FC236}">
                <a16:creationId xmlns:a16="http://schemas.microsoft.com/office/drawing/2014/main" id="{DC838538-E287-E71E-00A3-C23F5045A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7" r="27862"/>
          <a:stretch>
            <a:fillRect/>
          </a:stretch>
        </p:blipFill>
        <p:spPr>
          <a:xfrm>
            <a:off x="7344188" y="10"/>
            <a:ext cx="4847810" cy="685799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C6EF66-8C6C-F568-FDAE-FC90233BAD0A}"/>
              </a:ext>
            </a:extLst>
          </p:cNvPr>
          <p:cNvGrpSpPr/>
          <p:nvPr/>
        </p:nvGrpSpPr>
        <p:grpSpPr>
          <a:xfrm>
            <a:off x="438683" y="6008013"/>
            <a:ext cx="6930136" cy="754693"/>
            <a:chOff x="438683" y="6008013"/>
            <a:chExt cx="6930136" cy="75469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3E4C953-3FFF-2F8A-83D4-33EF5FCEB558}"/>
                </a:ext>
              </a:extLst>
            </p:cNvPr>
            <p:cNvSpPr txBox="1"/>
            <p:nvPr/>
          </p:nvSpPr>
          <p:spPr>
            <a:xfrm>
              <a:off x="1426840" y="6246860"/>
              <a:ext cx="594197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dirty="0">
                  <a:latin typeface="Arial" panose="020B0604020202020204" pitchFamily="34" charset="0"/>
                  <a:cs typeface="Arial" panose="020B0604020202020204" pitchFamily="34" charset="0"/>
                </a:rPr>
                <a:t>The dataset can be downloaded here: [Diabetes Health Indicators Dataset][dataset]</a:t>
              </a:r>
            </a:p>
          </p:txBody>
        </p:sp>
        <p:pic>
          <p:nvPicPr>
            <p:cNvPr id="5" name="Graphic 4" descr="Programmer male with solid fill">
              <a:extLst>
                <a:ext uri="{FF2B5EF4-FFF2-40B4-BE49-F238E27FC236}">
                  <a16:creationId xmlns:a16="http://schemas.microsoft.com/office/drawing/2014/main" id="{64DF63AD-8F92-0AF2-AB0E-9F4D8A33D9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8683" y="6008013"/>
              <a:ext cx="754693" cy="7546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308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3C032-0281-5D24-4A38-7A5CFA39C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9E3919-197F-1C70-3833-6BC43D72A5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GB" dirty="0"/>
              <a:t>NO DIABETES VS PREDIABETES/DIABETES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86B3C-3E59-0ED1-C087-A7FA41E0A1B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DBB7BB-6C9E-AA05-D79E-B4984D153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GB" dirty="0"/>
              <a:t>PREDIABETES/DIABETES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8F2940-60C8-3CE9-2C5D-893088B0E3F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2759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187574-3D1C-4580-24E1-BD28A01D9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B98925-0550-1AFB-C1DC-02792400F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008904-19C4-B58A-CD4C-03A8F3E3E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33"/>
            <a:ext cx="12192000" cy="6840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950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A189C4-32EC-53BE-0D76-D1E8B1E0E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5D3817B-01DA-DCDA-FA18-49D6FF0037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911D13-9389-9C7F-A39A-FD6AA46ECF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267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BB643-D32E-7573-4469-11B2C8629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169914F-D805-E1B8-C155-41AD17CEE7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4E574F-FB7A-6A08-1EA7-29B1D0329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B9128-4CBC-39DC-CD99-AB868EA12734}"/>
              </a:ext>
            </a:extLst>
          </p:cNvPr>
          <p:cNvSpPr txBox="1">
            <a:spLocks/>
          </p:cNvSpPr>
          <p:nvPr/>
        </p:nvSpPr>
        <p:spPr>
          <a:xfrm>
            <a:off x="612647" y="2212848"/>
            <a:ext cx="6035041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Diabetes Dataset explored: features, questions and codes</a:t>
            </a: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6D5F29-51A2-4614-F143-03309AFB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28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356-FEA3-8F65-8F95-6C8101E4A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DB12D-318B-1248-7A6B-32EECA043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34" y="390778"/>
            <a:ext cx="10902631" cy="1757505"/>
          </a:xfrm>
        </p:spPr>
        <p:txBody>
          <a:bodyPr/>
          <a:lstStyle/>
          <a:p>
            <a:r>
              <a:rPr lang="en-GB" dirty="0"/>
              <a:t>The dataset contains 21 features. Diabetes_012 is the Target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263B9C-1C94-7976-89DB-87E5EBEBC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428470"/>
              </p:ext>
            </p:extLst>
          </p:nvPr>
        </p:nvGraphicFramePr>
        <p:xfrm>
          <a:off x="820396" y="1136076"/>
          <a:ext cx="10631869" cy="50681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410427"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47957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Target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Diabetes_012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 that you have diabetes?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diabetes; 1=pre-diabetes; 2=diabetes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170056"/>
                  </a:ext>
                </a:extLst>
              </a:tr>
              <a:tr h="610336">
                <a:tc rowSpan="7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Clinical / Physiological</a:t>
                      </a:r>
                    </a:p>
                  </a:txBody>
                  <a:tcPr marL="68580" marR="68580" marT="0" marB="0" vert="vert270" anchor="ctr"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GenHlth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Would you say that in general your health is…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excellent; 2=Very good; 3=Good; 4=Fair; 5= poor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BMI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Calculated from weight and height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&lt;18.5: Underweight; 18.5-24.8: Normal weight; 25-29.9: Overweight; &gt;=30:Obese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HighChol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  <a:tabLst>
                          <a:tab pos="598170" algn="l"/>
                        </a:tabLst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your blood cholesterol is high?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high cholesterol; 1=high cholesterol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CholCheck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had your cholesterol checked within the past five years?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HeartDiseaseorAttack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 had coronary heart disease or a heart attack?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HighBP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Stroke</a:t>
                      </a:r>
                      <a:endParaRPr lang="en-GB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(Ever told) you had a stroke?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0=no; 1=yes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2419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99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30416-179E-D72B-1934-582F5CB1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2B586-5AFA-E9FF-4767-B3A3DF3B7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dirty="0"/>
              <a:t>Dataset contains 21 features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B54C7B1-3EFA-D407-4C76-73B4F820E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99862"/>
              </p:ext>
            </p:extLst>
          </p:nvPr>
        </p:nvGraphicFramePr>
        <p:xfrm>
          <a:off x="820396" y="1136076"/>
          <a:ext cx="10631869" cy="45373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Demographic</a:t>
                      </a:r>
                    </a:p>
                  </a:txBody>
                  <a:tcPr marL="68580" marR="68580" marT="0" marB="0" vert="vert270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Age</a:t>
                      </a:r>
                      <a:endParaRPr lang="en-GB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What is your age?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1=18–24 years; 2=25–29 years; 3=30-34 years; 4=35-39 years; 5=40-44 years; 6=45-49 years; 7=50-54 years; 8=55-59 years; 9=60-64 years; 10=65-69 years; 11=70-74 years; 12=75-79 years; 13 = 80+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Sex</a:t>
                      </a:r>
                      <a:endParaRPr lang="en-GB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Are you male or female?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0=female; 1=male</a:t>
                      </a:r>
                      <a:endParaRPr lang="en-GB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74303">
                <a:tc rowSpan="3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Functional Health</a:t>
                      </a:r>
                    </a:p>
                  </a:txBody>
                  <a:tcPr marL="68580" marR="68580" marT="0" marB="0" vert="vert27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DiffWalk</a:t>
                      </a:r>
                      <a:endParaRPr lang="en-GB" sz="1200" b="1" kern="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Do you have serious difficulty walking or climbing stairs?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50949755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PhysHlth</a:t>
                      </a:r>
                      <a:endParaRPr lang="en-GB" sz="1200" b="1" kern="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Thinking about your physical health, which includes physical illness and injury, for how many days during the past 30 days was your physical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99644704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MentHlth</a:t>
                      </a:r>
                      <a:endParaRPr lang="en-GB" sz="1200" b="1" kern="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Now thinking about your mental health, which includes stress, depression, and problems with emotions, for how many days during the past 30 days was your mental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1840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107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D7F1-576A-0AD1-4784-34D5A44E7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C75E5-5BD8-6E91-B0EB-43F0DDB6A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dirty="0"/>
              <a:t>Dataset contains 21 features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37F376-38F7-B363-39AF-84FF1BCB3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029699"/>
              </p:ext>
            </p:extLst>
          </p:nvPr>
        </p:nvGraphicFramePr>
        <p:xfrm>
          <a:off x="820396" y="1136077"/>
          <a:ext cx="10631869" cy="37787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540643"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540643">
                <a:tc rowSpan="4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Socioeconomic</a:t>
                      </a:r>
                    </a:p>
                  </a:txBody>
                  <a:tcPr marL="68580" marR="68580" marT="0" marB="0" vert="vert27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NoDocbcCost</a:t>
                      </a:r>
                      <a:endParaRPr lang="en-GB" sz="1200" b="0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Was there a time in the past 12 months when you needed to see a doctor but could not because of cost?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54064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AnyHealthcare</a:t>
                      </a:r>
                      <a:endParaRPr lang="en-GB" sz="1200" b="0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have any kind of health care coverage, including health insurance, prepaid plans such as HMOs, or government plans such as Medicare or Medicaid?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122814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Education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What is the highest grade or year of school you completed?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never attended school or only kindergarten; 2=Grades 1-8 (elementary); 3=Grades 9-11(some high school); 4=Grade 12 or GED(high school graduate); 5=College 1–3 years (some college or technical school); 6=College 4+ years (college graduate)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50479055"/>
                  </a:ext>
                </a:extLst>
              </a:tr>
              <a:tr h="696302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Income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Is your annual household income from all sources…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1=&lt; $10k; 2=$10k-$14.99k; 3=$15k-£19.99k; 4=$20k-$24.99k; 5=$25k=$34.99k; 6=$35k-$49.99k; 7=$50k-£74.99k; 8=≥ $75k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85531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7007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320AD-6A74-FCD3-4879-748D16DC5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2B71-B8BF-BE2B-A6BF-5A2F44975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dirty="0"/>
              <a:t>Dataset contains 21 features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7295FC-3865-C284-FE06-044424CF31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588191"/>
              </p:ext>
            </p:extLst>
          </p:nvPr>
        </p:nvGraphicFramePr>
        <p:xfrm>
          <a:off x="820396" y="1136076"/>
          <a:ext cx="10631869" cy="41377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5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Lifestyle</a:t>
                      </a:r>
                    </a:p>
                  </a:txBody>
                  <a:tcPr marL="68580" marR="68580" marT="0" marB="0" vert="vert27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Smoker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smoked at least 10 cigarettes in your entire life? (Note 5 packs=1—cigarettes)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HvyAlcholConsump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30 days, how many drinks of alcohol did you have on average per week?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Heavy drinkers (adult men having more than 14 drinks per week and adult women having more than 7 drinks per week)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Fruits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fruit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70244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Veggies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vegetables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 </a:t>
                      </a:r>
                      <a:r>
                        <a:rPr lang="en-GB" sz="1200" kern="10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=no; 1</a:t>
                      </a: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PhysActivity</a:t>
                      </a: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month, other than your regular job, did you participate in any physical activities or exercises such as running, calisthenics, golf, gardening, or walking for exercise?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004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6C25-9F82-0666-1774-6FAF54F17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E9C53-393F-4D83-4F88-6536DAA58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dirty="0"/>
              <a:t>Trello Board</a:t>
            </a:r>
          </a:p>
        </p:txBody>
      </p:sp>
    </p:spTree>
    <p:extLst>
      <p:ext uri="{BB962C8B-B14F-4D97-AF65-F5344CB8AC3E}">
        <p14:creationId xmlns:p14="http://schemas.microsoft.com/office/powerpoint/2010/main" val="468168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DD1DC-9B72-0242-2D92-CDB473CAC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0C62-CC7A-5215-70E3-7EF61CBCE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dirty="0"/>
              <a:t>Analysis Undertaken </a:t>
            </a:r>
          </a:p>
        </p:txBody>
      </p:sp>
    </p:spTree>
    <p:extLst>
      <p:ext uri="{BB962C8B-B14F-4D97-AF65-F5344CB8AC3E}">
        <p14:creationId xmlns:p14="http://schemas.microsoft.com/office/powerpoint/2010/main" val="1126517385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</TotalTime>
  <Words>994</Words>
  <Application>Microsoft Office PowerPoint</Application>
  <PresentationFormat>Widescreen</PresentationFormat>
  <Paragraphs>129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Neue Haas Grotesk Text Pro</vt:lpstr>
      <vt:lpstr>VanillaVTI</vt:lpstr>
      <vt:lpstr>Determining the best predictors of Diabetes</vt:lpstr>
      <vt:lpstr>Contents</vt:lpstr>
      <vt:lpstr>Key Research Question: </vt:lpstr>
      <vt:lpstr>Diabetes Health Indicators Dataset</vt:lpstr>
      <vt:lpstr>Conclusions</vt:lpstr>
      <vt:lpstr>PowerPoint Presentation</vt:lpstr>
      <vt:lpstr>PowerPoint Presentation</vt:lpstr>
      <vt:lpstr>Appendix</vt:lpstr>
      <vt:lpstr>The dataset contains 21 features. Diabetes_012 is the Target</vt:lpstr>
      <vt:lpstr>Dataset contains 21 features</vt:lpstr>
      <vt:lpstr>Dataset contains 21 features</vt:lpstr>
      <vt:lpstr>Dataset contains 21 features</vt:lpstr>
      <vt:lpstr>Trello Board</vt:lpstr>
      <vt:lpstr>Analysis Undertaken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Teresa McGarry</dc:creator>
  <cp:lastModifiedBy>Teresa McGarry</cp:lastModifiedBy>
  <cp:revision>1</cp:revision>
  <dcterms:created xsi:type="dcterms:W3CDTF">2026-01-16T08:40:00Z</dcterms:created>
  <dcterms:modified xsi:type="dcterms:W3CDTF">2026-01-19T10:11:32Z</dcterms:modified>
</cp:coreProperties>
</file>